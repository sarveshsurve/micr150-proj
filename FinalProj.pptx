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2" r:id="rId5"/>
    <p:sldId id="261" r:id="rId6"/>
    <p:sldId id="263" r:id="rId7"/>
    <p:sldId id="257" r:id="rId8"/>
    <p:sldId id="258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C1"/>
    <a:srgbClr val="FF8F8F"/>
    <a:srgbClr val="FF9D9D"/>
    <a:srgbClr val="C5E0B4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83" autoAdjust="0"/>
    <p:restoredTop sz="87957" autoAdjust="0"/>
  </p:normalViewPr>
  <p:slideViewPr>
    <p:cSldViewPr snapToGrid="0">
      <p:cViewPr varScale="1">
        <p:scale>
          <a:sx n="100" d="100"/>
          <a:sy n="100" d="100"/>
        </p:scale>
        <p:origin x="8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esh V. Surve" userId="872baee5-7988-4066-a523-44a7d2e470cd" providerId="ADAL" clId="{7A653CB4-6DCC-4AE4-9CC8-A0D4CDEFC905}"/>
    <pc:docChg chg="undo custSel addSld modSld">
      <pc:chgData name="Sarvesh V. Surve" userId="872baee5-7988-4066-a523-44a7d2e470cd" providerId="ADAL" clId="{7A653CB4-6DCC-4AE4-9CC8-A0D4CDEFC905}" dt="2022-07-20T04:40:34.010" v="2732" actId="20577"/>
      <pc:docMkLst>
        <pc:docMk/>
      </pc:docMkLst>
      <pc:sldChg chg="addSp modSp mod">
        <pc:chgData name="Sarvesh V. Surve" userId="872baee5-7988-4066-a523-44a7d2e470cd" providerId="ADAL" clId="{7A653CB4-6DCC-4AE4-9CC8-A0D4CDEFC905}" dt="2022-07-20T04:17:44.060" v="2094" actId="6549"/>
        <pc:sldMkLst>
          <pc:docMk/>
          <pc:sldMk cId="2629907954" sldId="256"/>
        </pc:sldMkLst>
        <pc:spChg chg="mod">
          <ac:chgData name="Sarvesh V. Surve" userId="872baee5-7988-4066-a523-44a7d2e470cd" providerId="ADAL" clId="{7A653CB4-6DCC-4AE4-9CC8-A0D4CDEFC905}" dt="2022-07-19T22:41:35.938" v="79" actId="20577"/>
          <ac:spMkLst>
            <pc:docMk/>
            <pc:sldMk cId="2629907954" sldId="256"/>
            <ac:spMk id="2" creationId="{28ADD91C-B901-8EC2-0720-4051D5078582}"/>
          </ac:spMkLst>
        </pc:spChg>
        <pc:spChg chg="mod">
          <ac:chgData name="Sarvesh V. Surve" userId="872baee5-7988-4066-a523-44a7d2e470cd" providerId="ADAL" clId="{7A653CB4-6DCC-4AE4-9CC8-A0D4CDEFC905}" dt="2022-07-20T04:17:44.060" v="2094" actId="6549"/>
          <ac:spMkLst>
            <pc:docMk/>
            <pc:sldMk cId="2629907954" sldId="256"/>
            <ac:spMk id="3" creationId="{2FFDF610-71AD-B3A2-F8B2-29987D7260C7}"/>
          </ac:spMkLst>
        </pc:spChg>
        <pc:picChg chg="add mod">
          <ac:chgData name="Sarvesh V. Surve" userId="872baee5-7988-4066-a523-44a7d2e470cd" providerId="ADAL" clId="{7A653CB4-6DCC-4AE4-9CC8-A0D4CDEFC905}" dt="2022-07-20T04:15:46.521" v="2089" actId="1038"/>
          <ac:picMkLst>
            <pc:docMk/>
            <pc:sldMk cId="2629907954" sldId="256"/>
            <ac:picMk id="4" creationId="{D4DFE392-C56A-D0F7-2137-D2A33278046F}"/>
          </ac:picMkLst>
        </pc:picChg>
        <pc:picChg chg="add mod">
          <ac:chgData name="Sarvesh V. Surve" userId="872baee5-7988-4066-a523-44a7d2e470cd" providerId="ADAL" clId="{7A653CB4-6DCC-4AE4-9CC8-A0D4CDEFC905}" dt="2022-07-20T04:15:46.521" v="2089" actId="1038"/>
          <ac:picMkLst>
            <pc:docMk/>
            <pc:sldMk cId="2629907954" sldId="256"/>
            <ac:picMk id="5" creationId="{7CB383C0-523A-5119-9632-53B26C53C56E}"/>
          </ac:picMkLst>
        </pc:picChg>
        <pc:picChg chg="add mod">
          <ac:chgData name="Sarvesh V. Surve" userId="872baee5-7988-4066-a523-44a7d2e470cd" providerId="ADAL" clId="{7A653CB4-6DCC-4AE4-9CC8-A0D4CDEFC905}" dt="2022-07-20T04:15:46.521" v="2089" actId="1038"/>
          <ac:picMkLst>
            <pc:docMk/>
            <pc:sldMk cId="2629907954" sldId="256"/>
            <ac:picMk id="7" creationId="{91464028-85E9-D5D9-E091-6A87A735D4BC}"/>
          </ac:picMkLst>
        </pc:picChg>
        <pc:picChg chg="add mod">
          <ac:chgData name="Sarvesh V. Surve" userId="872baee5-7988-4066-a523-44a7d2e470cd" providerId="ADAL" clId="{7A653CB4-6DCC-4AE4-9CC8-A0D4CDEFC905}" dt="2022-07-20T04:17:28.788" v="2093" actId="1076"/>
          <ac:picMkLst>
            <pc:docMk/>
            <pc:sldMk cId="2629907954" sldId="256"/>
            <ac:picMk id="8" creationId="{A6BC76CA-10EC-0650-7C47-38CC97DB3A2C}"/>
          </ac:picMkLst>
        </pc:picChg>
        <pc:picChg chg="add mod">
          <ac:chgData name="Sarvesh V. Surve" userId="872baee5-7988-4066-a523-44a7d2e470cd" providerId="ADAL" clId="{7A653CB4-6DCC-4AE4-9CC8-A0D4CDEFC905}" dt="2022-07-20T04:15:46.521" v="2089" actId="1038"/>
          <ac:picMkLst>
            <pc:docMk/>
            <pc:sldMk cId="2629907954" sldId="256"/>
            <ac:picMk id="6146" creationId="{426ADA99-5C16-5A87-C17A-D88A66CF42A6}"/>
          </ac:picMkLst>
        </pc:picChg>
      </pc:sldChg>
      <pc:sldChg chg="addSp delSp modSp mod modNotesTx">
        <pc:chgData name="Sarvesh V. Surve" userId="872baee5-7988-4066-a523-44a7d2e470cd" providerId="ADAL" clId="{7A653CB4-6DCC-4AE4-9CC8-A0D4CDEFC905}" dt="2022-07-20T04:39:28.534" v="2584" actId="20577"/>
        <pc:sldMkLst>
          <pc:docMk/>
          <pc:sldMk cId="650112212" sldId="257"/>
        </pc:sldMkLst>
        <pc:spChg chg="del mod">
          <ac:chgData name="Sarvesh V. Surve" userId="872baee5-7988-4066-a523-44a7d2e470cd" providerId="ADAL" clId="{7A653CB4-6DCC-4AE4-9CC8-A0D4CDEFC905}" dt="2022-07-20T02:30:22.373" v="1363" actId="478"/>
          <ac:spMkLst>
            <pc:docMk/>
            <pc:sldMk cId="650112212" sldId="257"/>
            <ac:spMk id="2" creationId="{30A29515-36B8-C3DE-662F-C3C38802F993}"/>
          </ac:spMkLst>
        </pc:spChg>
        <pc:spChg chg="del">
          <ac:chgData name="Sarvesh V. Surve" userId="872baee5-7988-4066-a523-44a7d2e470cd" providerId="ADAL" clId="{7A653CB4-6DCC-4AE4-9CC8-A0D4CDEFC905}" dt="2022-07-19T22:21:37.377" v="0"/>
          <ac:spMkLst>
            <pc:docMk/>
            <pc:sldMk cId="650112212" sldId="257"/>
            <ac:spMk id="3" creationId="{3736E4FF-A195-D2DF-3E0F-8032F19B439C}"/>
          </ac:spMkLst>
        </pc:spChg>
        <pc:spChg chg="add del mod">
          <ac:chgData name="Sarvesh V. Surve" userId="872baee5-7988-4066-a523-44a7d2e470cd" providerId="ADAL" clId="{7A653CB4-6DCC-4AE4-9CC8-A0D4CDEFC905}" dt="2022-07-19T22:21:39.239" v="1"/>
          <ac:spMkLst>
            <pc:docMk/>
            <pc:sldMk cId="650112212" sldId="257"/>
            <ac:spMk id="4" creationId="{1FCABDA4-BA6A-A2BB-7ABF-7072973AFE03}"/>
          </ac:spMkLst>
        </pc:spChg>
        <pc:spChg chg="add del mod">
          <ac:chgData name="Sarvesh V. Surve" userId="872baee5-7988-4066-a523-44a7d2e470cd" providerId="ADAL" clId="{7A653CB4-6DCC-4AE4-9CC8-A0D4CDEFC905}" dt="2022-07-19T22:21:59.208" v="4"/>
          <ac:spMkLst>
            <pc:docMk/>
            <pc:sldMk cId="650112212" sldId="257"/>
            <ac:spMk id="5" creationId="{CE86CCC4-7787-994F-013B-42DDBBC98D6F}"/>
          </ac:spMkLst>
        </pc:spChg>
        <pc:spChg chg="add del mod">
          <ac:chgData name="Sarvesh V. Surve" userId="872baee5-7988-4066-a523-44a7d2e470cd" providerId="ADAL" clId="{7A653CB4-6DCC-4AE4-9CC8-A0D4CDEFC905}" dt="2022-07-19T22:22:48.945" v="15" actId="478"/>
          <ac:spMkLst>
            <pc:docMk/>
            <pc:sldMk cId="650112212" sldId="257"/>
            <ac:spMk id="6" creationId="{7F9D4422-44E0-EF7C-2168-4923DB235907}"/>
          </ac:spMkLst>
        </pc:spChg>
        <pc:spChg chg="add del mod">
          <ac:chgData name="Sarvesh V. Surve" userId="872baee5-7988-4066-a523-44a7d2e470cd" providerId="ADAL" clId="{7A653CB4-6DCC-4AE4-9CC8-A0D4CDEFC905}" dt="2022-07-19T22:22:28.907" v="10"/>
          <ac:spMkLst>
            <pc:docMk/>
            <pc:sldMk cId="650112212" sldId="257"/>
            <ac:spMk id="7" creationId="{B5E6F1DB-AEDA-CA55-9AA2-FF815F95F2E6}"/>
          </ac:spMkLst>
        </pc:spChg>
        <pc:spChg chg="add del mod">
          <ac:chgData name="Sarvesh V. Surve" userId="872baee5-7988-4066-a523-44a7d2e470cd" providerId="ADAL" clId="{7A653CB4-6DCC-4AE4-9CC8-A0D4CDEFC905}" dt="2022-07-20T04:04:42.329" v="1842" actId="478"/>
          <ac:spMkLst>
            <pc:docMk/>
            <pc:sldMk cId="650112212" sldId="257"/>
            <ac:spMk id="15" creationId="{9DD11791-A43F-D11C-2378-0FBE9B131CAC}"/>
          </ac:spMkLst>
        </pc:spChg>
        <pc:spChg chg="add mod ord">
          <ac:chgData name="Sarvesh V. Surve" userId="872baee5-7988-4066-a523-44a7d2e470cd" providerId="ADAL" clId="{7A653CB4-6DCC-4AE4-9CC8-A0D4CDEFC905}" dt="2022-07-20T02:49:07.784" v="1521" actId="207"/>
          <ac:spMkLst>
            <pc:docMk/>
            <pc:sldMk cId="650112212" sldId="257"/>
            <ac:spMk id="16" creationId="{7ABF7529-99CF-8578-6D21-7B4BCF0234CA}"/>
          </ac:spMkLst>
        </pc:spChg>
        <pc:spChg chg="add mod ord">
          <ac:chgData name="Sarvesh V. Surve" userId="872baee5-7988-4066-a523-44a7d2e470cd" providerId="ADAL" clId="{7A653CB4-6DCC-4AE4-9CC8-A0D4CDEFC905}" dt="2022-07-20T02:49:12.986" v="1522" actId="207"/>
          <ac:spMkLst>
            <pc:docMk/>
            <pc:sldMk cId="650112212" sldId="257"/>
            <ac:spMk id="17" creationId="{A94A7F2F-C207-C76D-36B9-E8E441D96D96}"/>
          </ac:spMkLst>
        </pc:spChg>
        <pc:spChg chg="add mod">
          <ac:chgData name="Sarvesh V. Surve" userId="872baee5-7988-4066-a523-44a7d2e470cd" providerId="ADAL" clId="{7A653CB4-6DCC-4AE4-9CC8-A0D4CDEFC905}" dt="2022-07-20T02:44:32.058" v="1453" actId="1076"/>
          <ac:spMkLst>
            <pc:docMk/>
            <pc:sldMk cId="650112212" sldId="257"/>
            <ac:spMk id="24" creationId="{2D895C19-BCA4-8DAA-321F-F59BC28CDC4F}"/>
          </ac:spMkLst>
        </pc:spChg>
        <pc:spChg chg="add mod">
          <ac:chgData name="Sarvesh V. Surve" userId="872baee5-7988-4066-a523-44a7d2e470cd" providerId="ADAL" clId="{7A653CB4-6DCC-4AE4-9CC8-A0D4CDEFC905}" dt="2022-07-20T02:44:27.826" v="1452" actId="1076"/>
          <ac:spMkLst>
            <pc:docMk/>
            <pc:sldMk cId="650112212" sldId="257"/>
            <ac:spMk id="25" creationId="{6D034805-6A74-A188-19E2-23EE7B707BC3}"/>
          </ac:spMkLst>
        </pc:spChg>
        <pc:spChg chg="add del mod">
          <ac:chgData name="Sarvesh V. Surve" userId="872baee5-7988-4066-a523-44a7d2e470cd" providerId="ADAL" clId="{7A653CB4-6DCC-4AE4-9CC8-A0D4CDEFC905}" dt="2022-07-20T02:45:28.457" v="1495" actId="478"/>
          <ac:spMkLst>
            <pc:docMk/>
            <pc:sldMk cId="650112212" sldId="257"/>
            <ac:spMk id="26" creationId="{0CBC9308-2F76-3D42-66B0-5D93851AD476}"/>
          </ac:spMkLst>
        </pc:spChg>
        <pc:picChg chg="add mod">
          <ac:chgData name="Sarvesh V. Surve" userId="872baee5-7988-4066-a523-44a7d2e470cd" providerId="ADAL" clId="{7A653CB4-6DCC-4AE4-9CC8-A0D4CDEFC905}" dt="2022-07-20T02:43:01.969" v="1440" actId="1076"/>
          <ac:picMkLst>
            <pc:docMk/>
            <pc:sldMk cId="650112212" sldId="257"/>
            <ac:picMk id="8" creationId="{4D328A01-B047-6ECF-4EE5-835F16940915}"/>
          </ac:picMkLst>
        </pc:picChg>
        <pc:picChg chg="add mod">
          <ac:chgData name="Sarvesh V. Surve" userId="872baee5-7988-4066-a523-44a7d2e470cd" providerId="ADAL" clId="{7A653CB4-6DCC-4AE4-9CC8-A0D4CDEFC905}" dt="2022-07-20T02:43:33.875" v="1444" actId="1076"/>
          <ac:picMkLst>
            <pc:docMk/>
            <pc:sldMk cId="650112212" sldId="257"/>
            <ac:picMk id="9" creationId="{7F11095F-EA43-1BB9-C236-FCBA9CF7A7AB}"/>
          </ac:picMkLst>
        </pc:picChg>
        <pc:picChg chg="add mod">
          <ac:chgData name="Sarvesh V. Surve" userId="872baee5-7988-4066-a523-44a7d2e470cd" providerId="ADAL" clId="{7A653CB4-6DCC-4AE4-9CC8-A0D4CDEFC905}" dt="2022-07-20T02:42:14.047" v="1429" actId="1076"/>
          <ac:picMkLst>
            <pc:docMk/>
            <pc:sldMk cId="650112212" sldId="257"/>
            <ac:picMk id="10" creationId="{A1C7BED3-484C-74CD-F854-0274CD35B433}"/>
          </ac:picMkLst>
        </pc:picChg>
        <pc:picChg chg="add mod">
          <ac:chgData name="Sarvesh V. Surve" userId="872baee5-7988-4066-a523-44a7d2e470cd" providerId="ADAL" clId="{7A653CB4-6DCC-4AE4-9CC8-A0D4CDEFC905}" dt="2022-07-20T02:43:15.036" v="1443" actId="1076"/>
          <ac:picMkLst>
            <pc:docMk/>
            <pc:sldMk cId="650112212" sldId="257"/>
            <ac:picMk id="11" creationId="{D8146DB2-E4AA-D09E-E833-03863B6CA008}"/>
          </ac:picMkLst>
        </pc:picChg>
        <pc:picChg chg="add mod">
          <ac:chgData name="Sarvesh V. Surve" userId="872baee5-7988-4066-a523-44a7d2e470cd" providerId="ADAL" clId="{7A653CB4-6DCC-4AE4-9CC8-A0D4CDEFC905}" dt="2022-07-20T02:43:52.033" v="1448" actId="1035"/>
          <ac:picMkLst>
            <pc:docMk/>
            <pc:sldMk cId="650112212" sldId="257"/>
            <ac:picMk id="12" creationId="{3A50CDF1-E56B-7820-EFC0-2BBF07C030E0}"/>
          </ac:picMkLst>
        </pc:picChg>
        <pc:picChg chg="add mod">
          <ac:chgData name="Sarvesh V. Surve" userId="872baee5-7988-4066-a523-44a7d2e470cd" providerId="ADAL" clId="{7A653CB4-6DCC-4AE4-9CC8-A0D4CDEFC905}" dt="2022-07-20T02:42:59.012" v="1439" actId="1076"/>
          <ac:picMkLst>
            <pc:docMk/>
            <pc:sldMk cId="650112212" sldId="257"/>
            <ac:picMk id="13" creationId="{38C08E1A-3B70-792A-70A2-AEFD0E085EB2}"/>
          </ac:picMkLst>
        </pc:picChg>
        <pc:picChg chg="add mod modCrop">
          <ac:chgData name="Sarvesh V. Surve" userId="872baee5-7988-4066-a523-44a7d2e470cd" providerId="ADAL" clId="{7A653CB4-6DCC-4AE4-9CC8-A0D4CDEFC905}" dt="2022-07-20T02:43:49.095" v="1447" actId="1035"/>
          <ac:picMkLst>
            <pc:docMk/>
            <pc:sldMk cId="650112212" sldId="257"/>
            <ac:picMk id="19" creationId="{B194AB33-4749-FE09-0AC4-877AC50C0AA0}"/>
          </ac:picMkLst>
        </pc:picChg>
        <pc:picChg chg="add mod">
          <ac:chgData name="Sarvesh V. Surve" userId="872baee5-7988-4066-a523-44a7d2e470cd" providerId="ADAL" clId="{7A653CB4-6DCC-4AE4-9CC8-A0D4CDEFC905}" dt="2022-07-20T02:43:13.036" v="1442" actId="14100"/>
          <ac:picMkLst>
            <pc:docMk/>
            <pc:sldMk cId="650112212" sldId="257"/>
            <ac:picMk id="21" creationId="{A7DBD665-A77C-BFBD-41E8-D47E687438EF}"/>
          </ac:picMkLst>
        </pc:picChg>
        <pc:picChg chg="add mod">
          <ac:chgData name="Sarvesh V. Surve" userId="872baee5-7988-4066-a523-44a7d2e470cd" providerId="ADAL" clId="{7A653CB4-6DCC-4AE4-9CC8-A0D4CDEFC905}" dt="2022-07-20T02:42:56.433" v="1438" actId="1076"/>
          <ac:picMkLst>
            <pc:docMk/>
            <pc:sldMk cId="650112212" sldId="257"/>
            <ac:picMk id="23" creationId="{7F8AA0F1-2278-294F-102F-0DEE8DD56B74}"/>
          </ac:picMkLst>
        </pc:picChg>
        <pc:picChg chg="add mod">
          <ac:chgData name="Sarvesh V. Surve" userId="872baee5-7988-4066-a523-44a7d2e470cd" providerId="ADAL" clId="{7A653CB4-6DCC-4AE4-9CC8-A0D4CDEFC905}" dt="2022-07-20T02:49:21.253" v="1524" actId="1076"/>
          <ac:picMkLst>
            <pc:docMk/>
            <pc:sldMk cId="650112212" sldId="257"/>
            <ac:picMk id="1034" creationId="{507DB61E-EC4A-2457-4DBC-321125C42A0C}"/>
          </ac:picMkLst>
        </pc:picChg>
      </pc:sldChg>
      <pc:sldChg chg="addSp delSp modSp new mod modAnim modNotesTx">
        <pc:chgData name="Sarvesh V. Surve" userId="872baee5-7988-4066-a523-44a7d2e470cd" providerId="ADAL" clId="{7A653CB4-6DCC-4AE4-9CC8-A0D4CDEFC905}" dt="2022-07-20T04:40:34.010" v="2732" actId="20577"/>
        <pc:sldMkLst>
          <pc:docMk/>
          <pc:sldMk cId="894016999" sldId="258"/>
        </pc:sldMkLst>
        <pc:spChg chg="del mod">
          <ac:chgData name="Sarvesh V. Surve" userId="872baee5-7988-4066-a523-44a7d2e470cd" providerId="ADAL" clId="{7A653CB4-6DCC-4AE4-9CC8-A0D4CDEFC905}" dt="2022-07-20T02:49:27.473" v="1525" actId="478"/>
          <ac:spMkLst>
            <pc:docMk/>
            <pc:sldMk cId="894016999" sldId="258"/>
            <ac:spMk id="2" creationId="{A1F46B1E-3F37-21A8-672D-F0A66439E6D5}"/>
          </ac:spMkLst>
        </pc:spChg>
        <pc:spChg chg="del">
          <ac:chgData name="Sarvesh V. Surve" userId="872baee5-7988-4066-a523-44a7d2e470cd" providerId="ADAL" clId="{7A653CB4-6DCC-4AE4-9CC8-A0D4CDEFC905}" dt="2022-07-19T22:24:22.318" v="27"/>
          <ac:spMkLst>
            <pc:docMk/>
            <pc:sldMk cId="894016999" sldId="258"/>
            <ac:spMk id="3" creationId="{7AF46152-6CFE-E8B4-3899-812A15D2AF4E}"/>
          </ac:spMkLst>
        </pc:spChg>
        <pc:spChg chg="add del mod">
          <ac:chgData name="Sarvesh V. Surve" userId="872baee5-7988-4066-a523-44a7d2e470cd" providerId="ADAL" clId="{7A653CB4-6DCC-4AE4-9CC8-A0D4CDEFC905}" dt="2022-07-19T22:24:34.298" v="30"/>
          <ac:spMkLst>
            <pc:docMk/>
            <pc:sldMk cId="894016999" sldId="258"/>
            <ac:spMk id="4" creationId="{C0B5AEE7-99C3-D6A6-0368-4EAB93057B11}"/>
          </ac:spMkLst>
        </pc:spChg>
        <pc:spChg chg="add del">
          <ac:chgData name="Sarvesh V. Surve" userId="872baee5-7988-4066-a523-44a7d2e470cd" providerId="ADAL" clId="{7A653CB4-6DCC-4AE4-9CC8-A0D4CDEFC905}" dt="2022-07-19T22:24:43.244" v="32" actId="478"/>
          <ac:spMkLst>
            <pc:docMk/>
            <pc:sldMk cId="894016999" sldId="258"/>
            <ac:spMk id="7" creationId="{25700E09-91CA-A6EF-472F-772E249C9B33}"/>
          </ac:spMkLst>
        </pc:spChg>
        <pc:spChg chg="add del mod">
          <ac:chgData name="Sarvesh V. Surve" userId="872baee5-7988-4066-a523-44a7d2e470cd" providerId="ADAL" clId="{7A653CB4-6DCC-4AE4-9CC8-A0D4CDEFC905}" dt="2022-07-20T03:29:32.237" v="1532"/>
          <ac:spMkLst>
            <pc:docMk/>
            <pc:sldMk cId="894016999" sldId="258"/>
            <ac:spMk id="10" creationId="{DAA0A938-09D0-A4DA-7031-0891456C5863}"/>
          </ac:spMkLst>
        </pc:spChg>
        <pc:spChg chg="add mod">
          <ac:chgData name="Sarvesh V. Surve" userId="872baee5-7988-4066-a523-44a7d2e470cd" providerId="ADAL" clId="{7A653CB4-6DCC-4AE4-9CC8-A0D4CDEFC905}" dt="2022-07-20T03:57:28.264" v="1626" actId="14100"/>
          <ac:spMkLst>
            <pc:docMk/>
            <pc:sldMk cId="894016999" sldId="258"/>
            <ac:spMk id="12" creationId="{EC603D18-8A0B-5831-DE93-4653A923DB1D}"/>
          </ac:spMkLst>
        </pc:spChg>
        <pc:spChg chg="add del mod">
          <ac:chgData name="Sarvesh V. Surve" userId="872baee5-7988-4066-a523-44a7d2e470cd" providerId="ADAL" clId="{7A653CB4-6DCC-4AE4-9CC8-A0D4CDEFC905}" dt="2022-07-20T03:58:03.530" v="1629"/>
          <ac:spMkLst>
            <pc:docMk/>
            <pc:sldMk cId="894016999" sldId="258"/>
            <ac:spMk id="17" creationId="{32412F6C-B9A9-CB71-5D74-CF520E83E75B}"/>
          </ac:spMkLst>
        </pc:spChg>
        <pc:spChg chg="add mod">
          <ac:chgData name="Sarvesh V. Surve" userId="872baee5-7988-4066-a523-44a7d2e470cd" providerId="ADAL" clId="{7A653CB4-6DCC-4AE4-9CC8-A0D4CDEFC905}" dt="2022-07-20T04:37:20.908" v="2331" actId="1076"/>
          <ac:spMkLst>
            <pc:docMk/>
            <pc:sldMk cId="894016999" sldId="258"/>
            <ac:spMk id="19" creationId="{5B8A0C57-FF13-CE63-108A-774361A3DE64}"/>
          </ac:spMkLst>
        </pc:spChg>
        <pc:spChg chg="add mod">
          <ac:chgData name="Sarvesh V. Surve" userId="872baee5-7988-4066-a523-44a7d2e470cd" providerId="ADAL" clId="{7A653CB4-6DCC-4AE4-9CC8-A0D4CDEFC905}" dt="2022-07-20T04:37:24.885" v="2332" actId="1076"/>
          <ac:spMkLst>
            <pc:docMk/>
            <pc:sldMk cId="894016999" sldId="258"/>
            <ac:spMk id="20" creationId="{998000B0-8D63-F341-10BE-D8EB9CCD36D9}"/>
          </ac:spMkLst>
        </pc:spChg>
        <pc:spChg chg="add mod">
          <ac:chgData name="Sarvesh V. Surve" userId="872baee5-7988-4066-a523-44a7d2e470cd" providerId="ADAL" clId="{7A653CB4-6DCC-4AE4-9CC8-A0D4CDEFC905}" dt="2022-07-20T04:37:35.924" v="2334" actId="1076"/>
          <ac:spMkLst>
            <pc:docMk/>
            <pc:sldMk cId="894016999" sldId="258"/>
            <ac:spMk id="21" creationId="{F2838F6D-BC65-DCB0-3C44-330A9DB237F1}"/>
          </ac:spMkLst>
        </pc:spChg>
        <pc:picChg chg="add del mod">
          <ac:chgData name="Sarvesh V. Surve" userId="872baee5-7988-4066-a523-44a7d2e470cd" providerId="ADAL" clId="{7A653CB4-6DCC-4AE4-9CC8-A0D4CDEFC905}" dt="2022-07-20T02:26:20.966" v="1343" actId="21"/>
          <ac:picMkLst>
            <pc:docMk/>
            <pc:sldMk cId="894016999" sldId="258"/>
            <ac:picMk id="5" creationId="{81D5F5AF-5AE9-84DC-08BF-D3A09DEC2CD2}"/>
          </ac:picMkLst>
        </pc:picChg>
        <pc:picChg chg="add del mod">
          <ac:chgData name="Sarvesh V. Surve" userId="872baee5-7988-4066-a523-44a7d2e470cd" providerId="ADAL" clId="{7A653CB4-6DCC-4AE4-9CC8-A0D4CDEFC905}" dt="2022-07-20T02:26:20.966" v="1343" actId="21"/>
          <ac:picMkLst>
            <pc:docMk/>
            <pc:sldMk cId="894016999" sldId="258"/>
            <ac:picMk id="6" creationId="{769AFBAD-95F5-125A-B4C3-2D521D9F0072}"/>
          </ac:picMkLst>
        </pc:picChg>
        <pc:picChg chg="add del mod">
          <ac:chgData name="Sarvesh V. Surve" userId="872baee5-7988-4066-a523-44a7d2e470cd" providerId="ADAL" clId="{7A653CB4-6DCC-4AE4-9CC8-A0D4CDEFC905}" dt="2022-07-20T02:26:20.966" v="1343" actId="21"/>
          <ac:picMkLst>
            <pc:docMk/>
            <pc:sldMk cId="894016999" sldId="258"/>
            <ac:picMk id="8" creationId="{3ACA2917-5788-060A-8993-4BFFB534CFF5}"/>
          </ac:picMkLst>
        </pc:picChg>
        <pc:picChg chg="add del mod">
          <ac:chgData name="Sarvesh V. Surve" userId="872baee5-7988-4066-a523-44a7d2e470cd" providerId="ADAL" clId="{7A653CB4-6DCC-4AE4-9CC8-A0D4CDEFC905}" dt="2022-07-20T03:58:01.265" v="1628" actId="478"/>
          <ac:picMkLst>
            <pc:docMk/>
            <pc:sldMk cId="894016999" sldId="258"/>
            <ac:picMk id="13" creationId="{AEC85E17-3668-9D17-BBAA-48F28FC31E1F}"/>
          </ac:picMkLst>
        </pc:picChg>
        <pc:picChg chg="add mod">
          <ac:chgData name="Sarvesh V. Surve" userId="872baee5-7988-4066-a523-44a7d2e470cd" providerId="ADAL" clId="{7A653CB4-6DCC-4AE4-9CC8-A0D4CDEFC905}" dt="2022-07-20T04:37:33.689" v="2333" actId="14100"/>
          <ac:picMkLst>
            <pc:docMk/>
            <pc:sldMk cId="894016999" sldId="258"/>
            <ac:picMk id="15" creationId="{24639BA2-6E55-72D0-9179-9F5EDBCAC9A9}"/>
          </ac:picMkLst>
        </pc:picChg>
        <pc:picChg chg="add mod">
          <ac:chgData name="Sarvesh V. Surve" userId="872baee5-7988-4066-a523-44a7d2e470cd" providerId="ADAL" clId="{7A653CB4-6DCC-4AE4-9CC8-A0D4CDEFC905}" dt="2022-07-20T04:37:15.162" v="2330" actId="14100"/>
          <ac:picMkLst>
            <pc:docMk/>
            <pc:sldMk cId="894016999" sldId="258"/>
            <ac:picMk id="18" creationId="{FF70BD02-C15E-ED57-4AD8-A9D4620CAB37}"/>
          </ac:picMkLst>
        </pc:picChg>
      </pc:sldChg>
      <pc:sldChg chg="addSp modSp new mod modAnim modNotesTx">
        <pc:chgData name="Sarvesh V. Surve" userId="872baee5-7988-4066-a523-44a7d2e470cd" providerId="ADAL" clId="{7A653CB4-6DCC-4AE4-9CC8-A0D4CDEFC905}" dt="2022-07-20T04:36:04.347" v="2170" actId="20577"/>
        <pc:sldMkLst>
          <pc:docMk/>
          <pc:sldMk cId="3071103280" sldId="259"/>
        </pc:sldMkLst>
        <pc:spChg chg="mod">
          <ac:chgData name="Sarvesh V. Surve" userId="872baee5-7988-4066-a523-44a7d2e470cd" providerId="ADAL" clId="{7A653CB4-6DCC-4AE4-9CC8-A0D4CDEFC905}" dt="2022-07-19T22:42:12.701" v="159" actId="20577"/>
          <ac:spMkLst>
            <pc:docMk/>
            <pc:sldMk cId="3071103280" sldId="259"/>
            <ac:spMk id="2" creationId="{A4A2084D-7643-B5DF-9A6F-9CA5E5E1479F}"/>
          </ac:spMkLst>
        </pc:spChg>
        <pc:spChg chg="mod">
          <ac:chgData name="Sarvesh V. Surve" userId="872baee5-7988-4066-a523-44a7d2e470cd" providerId="ADAL" clId="{7A653CB4-6DCC-4AE4-9CC8-A0D4CDEFC905}" dt="2022-07-20T02:50:29.186" v="1530" actId="27636"/>
          <ac:spMkLst>
            <pc:docMk/>
            <pc:sldMk cId="3071103280" sldId="259"/>
            <ac:spMk id="3" creationId="{A4A14BAC-2C3A-7A17-1AC4-D21A607085E3}"/>
          </ac:spMkLst>
        </pc:spChg>
        <pc:picChg chg="add mod">
          <ac:chgData name="Sarvesh V. Surve" userId="872baee5-7988-4066-a523-44a7d2e470cd" providerId="ADAL" clId="{7A653CB4-6DCC-4AE4-9CC8-A0D4CDEFC905}" dt="2022-07-20T02:50:32.124" v="1531" actId="1076"/>
          <ac:picMkLst>
            <pc:docMk/>
            <pc:sldMk cId="3071103280" sldId="259"/>
            <ac:picMk id="5" creationId="{CCEFD977-FB5E-C824-CDF1-3D0BF1713A51}"/>
          </ac:picMkLst>
        </pc:picChg>
      </pc:sldChg>
      <pc:sldChg chg="addSp delSp modSp new mod modAnim">
        <pc:chgData name="Sarvesh V. Surve" userId="872baee5-7988-4066-a523-44a7d2e470cd" providerId="ADAL" clId="{7A653CB4-6DCC-4AE4-9CC8-A0D4CDEFC905}" dt="2022-07-20T04:01:29.346" v="1732"/>
        <pc:sldMkLst>
          <pc:docMk/>
          <pc:sldMk cId="2498760592" sldId="260"/>
        </pc:sldMkLst>
        <pc:spChg chg="mod">
          <ac:chgData name="Sarvesh V. Surve" userId="872baee5-7988-4066-a523-44a7d2e470cd" providerId="ADAL" clId="{7A653CB4-6DCC-4AE4-9CC8-A0D4CDEFC905}" dt="2022-07-19T22:48:42.901" v="635" actId="20577"/>
          <ac:spMkLst>
            <pc:docMk/>
            <pc:sldMk cId="2498760592" sldId="260"/>
            <ac:spMk id="2" creationId="{2D58FC69-F0C9-C10C-954B-6F25866CA824}"/>
          </ac:spMkLst>
        </pc:spChg>
        <pc:spChg chg="del">
          <ac:chgData name="Sarvesh V. Surve" userId="872baee5-7988-4066-a523-44a7d2e470cd" providerId="ADAL" clId="{7A653CB4-6DCC-4AE4-9CC8-A0D4CDEFC905}" dt="2022-07-19T22:48:02.321" v="607" actId="22"/>
          <ac:spMkLst>
            <pc:docMk/>
            <pc:sldMk cId="2498760592" sldId="260"/>
            <ac:spMk id="3" creationId="{57FE5F0F-4A7E-8039-238D-58BC5A20F852}"/>
          </ac:spMkLst>
        </pc:spChg>
        <pc:spChg chg="add del mod">
          <ac:chgData name="Sarvesh V. Surve" userId="872baee5-7988-4066-a523-44a7d2e470cd" providerId="ADAL" clId="{7A653CB4-6DCC-4AE4-9CC8-A0D4CDEFC905}" dt="2022-07-19T22:49:29.239" v="649" actId="478"/>
          <ac:spMkLst>
            <pc:docMk/>
            <pc:sldMk cId="2498760592" sldId="260"/>
            <ac:spMk id="6" creationId="{59FF1C3E-C01D-58C2-7E08-502DD055659D}"/>
          </ac:spMkLst>
        </pc:spChg>
        <pc:spChg chg="add mod">
          <ac:chgData name="Sarvesh V. Surve" userId="872baee5-7988-4066-a523-44a7d2e470cd" providerId="ADAL" clId="{7A653CB4-6DCC-4AE4-9CC8-A0D4CDEFC905}" dt="2022-07-19T22:51:31.561" v="670" actId="164"/>
          <ac:spMkLst>
            <pc:docMk/>
            <pc:sldMk cId="2498760592" sldId="260"/>
            <ac:spMk id="8" creationId="{9A339485-C1B1-8CF4-FA56-AB59160553D7}"/>
          </ac:spMkLst>
        </pc:spChg>
        <pc:spChg chg="add del">
          <ac:chgData name="Sarvesh V. Surve" userId="872baee5-7988-4066-a523-44a7d2e470cd" providerId="ADAL" clId="{7A653CB4-6DCC-4AE4-9CC8-A0D4CDEFC905}" dt="2022-07-19T23:19:08.862" v="672" actId="478"/>
          <ac:spMkLst>
            <pc:docMk/>
            <pc:sldMk cId="2498760592" sldId="260"/>
            <ac:spMk id="11" creationId="{3B6F510D-F67D-ADB8-51EA-1105E7BA8754}"/>
          </ac:spMkLst>
        </pc:spChg>
        <pc:grpChg chg="add mod">
          <ac:chgData name="Sarvesh V. Surve" userId="872baee5-7988-4066-a523-44a7d2e470cd" providerId="ADAL" clId="{7A653CB4-6DCC-4AE4-9CC8-A0D4CDEFC905}" dt="2022-07-19T23:25:56.982" v="726" actId="164"/>
          <ac:grpSpMkLst>
            <pc:docMk/>
            <pc:sldMk cId="2498760592" sldId="260"/>
            <ac:grpSpMk id="9" creationId="{5F45B0EB-5154-25F0-7AD0-4389ED43BA4F}"/>
          </ac:grpSpMkLst>
        </pc:grpChg>
        <pc:grpChg chg="add mod">
          <ac:chgData name="Sarvesh V. Surve" userId="872baee5-7988-4066-a523-44a7d2e470cd" providerId="ADAL" clId="{7A653CB4-6DCC-4AE4-9CC8-A0D4CDEFC905}" dt="2022-07-19T23:25:56.982" v="726" actId="164"/>
          <ac:grpSpMkLst>
            <pc:docMk/>
            <pc:sldMk cId="2498760592" sldId="260"/>
            <ac:grpSpMk id="17" creationId="{1FC6DC16-33EC-8B6F-B0BD-8A204265A283}"/>
          </ac:grpSpMkLst>
        </pc:grpChg>
        <pc:grpChg chg="add mod">
          <ac:chgData name="Sarvesh V. Surve" userId="872baee5-7988-4066-a523-44a7d2e470cd" providerId="ADAL" clId="{7A653CB4-6DCC-4AE4-9CC8-A0D4CDEFC905}" dt="2022-07-19T23:25:56.982" v="726" actId="164"/>
          <ac:grpSpMkLst>
            <pc:docMk/>
            <pc:sldMk cId="2498760592" sldId="260"/>
            <ac:grpSpMk id="18" creationId="{3AA3429B-F647-B462-4C90-CC1DDFF62E3D}"/>
          </ac:grpSpMkLst>
        </pc:grpChg>
        <pc:picChg chg="add mod ord">
          <ac:chgData name="Sarvesh V. Surve" userId="872baee5-7988-4066-a523-44a7d2e470cd" providerId="ADAL" clId="{7A653CB4-6DCC-4AE4-9CC8-A0D4CDEFC905}" dt="2022-07-19T22:48:30.824" v="610" actId="1076"/>
          <ac:picMkLst>
            <pc:docMk/>
            <pc:sldMk cId="2498760592" sldId="260"/>
            <ac:picMk id="5" creationId="{B3BBF72C-A6B9-D49D-B662-BF70E5611BA3}"/>
          </ac:picMkLst>
        </pc:picChg>
        <pc:picChg chg="add mod">
          <ac:chgData name="Sarvesh V. Surve" userId="872baee5-7988-4066-a523-44a7d2e470cd" providerId="ADAL" clId="{7A653CB4-6DCC-4AE4-9CC8-A0D4CDEFC905}" dt="2022-07-19T22:51:31.561" v="670" actId="164"/>
          <ac:picMkLst>
            <pc:docMk/>
            <pc:sldMk cId="2498760592" sldId="260"/>
            <ac:picMk id="7" creationId="{8FDCD4B0-6035-DAB9-FC3E-CA2607D213B7}"/>
          </ac:picMkLst>
        </pc:picChg>
        <pc:picChg chg="add mod">
          <ac:chgData name="Sarvesh V. Surve" userId="872baee5-7988-4066-a523-44a7d2e470cd" providerId="ADAL" clId="{7A653CB4-6DCC-4AE4-9CC8-A0D4CDEFC905}" dt="2022-07-19T23:25:49.694" v="724" actId="164"/>
          <ac:picMkLst>
            <pc:docMk/>
            <pc:sldMk cId="2498760592" sldId="260"/>
            <ac:picMk id="12" creationId="{3E2BF333-6E98-B1D0-21A2-13AA952972DD}"/>
          </ac:picMkLst>
        </pc:picChg>
        <pc:picChg chg="add mod">
          <ac:chgData name="Sarvesh V. Surve" userId="872baee5-7988-4066-a523-44a7d2e470cd" providerId="ADAL" clId="{7A653CB4-6DCC-4AE4-9CC8-A0D4CDEFC905}" dt="2022-07-19T23:25:49.694" v="724" actId="164"/>
          <ac:picMkLst>
            <pc:docMk/>
            <pc:sldMk cId="2498760592" sldId="260"/>
            <ac:picMk id="13" creationId="{77FA6026-9044-142F-EA5B-8348741A7E1D}"/>
          </ac:picMkLst>
        </pc:picChg>
        <pc:picChg chg="add mod">
          <ac:chgData name="Sarvesh V. Surve" userId="872baee5-7988-4066-a523-44a7d2e470cd" providerId="ADAL" clId="{7A653CB4-6DCC-4AE4-9CC8-A0D4CDEFC905}" dt="2022-07-19T23:25:49.694" v="724" actId="164"/>
          <ac:picMkLst>
            <pc:docMk/>
            <pc:sldMk cId="2498760592" sldId="260"/>
            <ac:picMk id="14" creationId="{8D70442B-BB91-3A30-55D0-656D137AC611}"/>
          </ac:picMkLst>
        </pc:picChg>
        <pc:picChg chg="add mod">
          <ac:chgData name="Sarvesh V. Surve" userId="872baee5-7988-4066-a523-44a7d2e470cd" providerId="ADAL" clId="{7A653CB4-6DCC-4AE4-9CC8-A0D4CDEFC905}" dt="2022-07-19T23:25:49.694" v="724" actId="164"/>
          <ac:picMkLst>
            <pc:docMk/>
            <pc:sldMk cId="2498760592" sldId="260"/>
            <ac:picMk id="15" creationId="{71526D6F-DCAA-1BFC-1529-383EF86F7DC7}"/>
          </ac:picMkLst>
        </pc:picChg>
        <pc:picChg chg="add mod">
          <ac:chgData name="Sarvesh V. Surve" userId="872baee5-7988-4066-a523-44a7d2e470cd" providerId="ADAL" clId="{7A653CB4-6DCC-4AE4-9CC8-A0D4CDEFC905}" dt="2022-07-19T23:25:49.694" v="724" actId="164"/>
          <ac:picMkLst>
            <pc:docMk/>
            <pc:sldMk cId="2498760592" sldId="260"/>
            <ac:picMk id="16" creationId="{60F1CCC6-80A9-C959-1500-13C741114465}"/>
          </ac:picMkLst>
        </pc:picChg>
      </pc:sldChg>
      <pc:sldChg chg="addSp delSp modSp new mod modAnim">
        <pc:chgData name="Sarvesh V. Surve" userId="872baee5-7988-4066-a523-44a7d2e470cd" providerId="ADAL" clId="{7A653CB4-6DCC-4AE4-9CC8-A0D4CDEFC905}" dt="2022-07-20T04:04:20.905" v="1841"/>
        <pc:sldMkLst>
          <pc:docMk/>
          <pc:sldMk cId="2828649922" sldId="261"/>
        </pc:sldMkLst>
        <pc:spChg chg="add del mod">
          <ac:chgData name="Sarvesh V. Surve" userId="872baee5-7988-4066-a523-44a7d2e470cd" providerId="ADAL" clId="{7A653CB4-6DCC-4AE4-9CC8-A0D4CDEFC905}" dt="2022-07-19T23:52:32.316" v="1067" actId="403"/>
          <ac:spMkLst>
            <pc:docMk/>
            <pc:sldMk cId="2828649922" sldId="261"/>
            <ac:spMk id="2" creationId="{893450F4-A7D0-EF19-3968-F84D93D74DA6}"/>
          </ac:spMkLst>
        </pc:spChg>
        <pc:spChg chg="del">
          <ac:chgData name="Sarvesh V. Surve" userId="872baee5-7988-4066-a523-44a7d2e470cd" providerId="ADAL" clId="{7A653CB4-6DCC-4AE4-9CC8-A0D4CDEFC905}" dt="2022-07-19T23:50:55.600" v="980"/>
          <ac:spMkLst>
            <pc:docMk/>
            <pc:sldMk cId="2828649922" sldId="261"/>
            <ac:spMk id="3" creationId="{E5272DAD-8AB4-1C9C-3E9D-456436DAD383}"/>
          </ac:spMkLst>
        </pc:spChg>
        <pc:spChg chg="add mod">
          <ac:chgData name="Sarvesh V. Surve" userId="872baee5-7988-4066-a523-44a7d2e470cd" providerId="ADAL" clId="{7A653CB4-6DCC-4AE4-9CC8-A0D4CDEFC905}" dt="2022-07-19T23:53:00.192" v="1085" actId="14100"/>
          <ac:spMkLst>
            <pc:docMk/>
            <pc:sldMk cId="2828649922" sldId="261"/>
            <ac:spMk id="6" creationId="{0A86D85E-5995-1AC9-E437-80EA2362DFD1}"/>
          </ac:spMkLst>
        </pc:spChg>
        <pc:spChg chg="add mod ord">
          <ac:chgData name="Sarvesh V. Surve" userId="872baee5-7988-4066-a523-44a7d2e470cd" providerId="ADAL" clId="{7A653CB4-6DCC-4AE4-9CC8-A0D4CDEFC905}" dt="2022-07-20T02:48:14.670" v="1518" actId="207"/>
          <ac:spMkLst>
            <pc:docMk/>
            <pc:sldMk cId="2828649922" sldId="261"/>
            <ac:spMk id="11" creationId="{13DCD4A2-B5E6-D121-9223-EB43EF60E167}"/>
          </ac:spMkLst>
        </pc:spChg>
        <pc:spChg chg="add mod ord">
          <ac:chgData name="Sarvesh V. Surve" userId="872baee5-7988-4066-a523-44a7d2e470cd" providerId="ADAL" clId="{7A653CB4-6DCC-4AE4-9CC8-A0D4CDEFC905}" dt="2022-07-20T02:48:46.570" v="1520" actId="207"/>
          <ac:spMkLst>
            <pc:docMk/>
            <pc:sldMk cId="2828649922" sldId="261"/>
            <ac:spMk id="12" creationId="{51CAFC26-31F8-452E-6599-BE8E9588DCAC}"/>
          </ac:spMkLst>
        </pc:spChg>
        <pc:spChg chg="add del mod">
          <ac:chgData name="Sarvesh V. Surve" userId="872baee5-7988-4066-a523-44a7d2e470cd" providerId="ADAL" clId="{7A653CB4-6DCC-4AE4-9CC8-A0D4CDEFC905}" dt="2022-07-20T04:03:22.731" v="1783" actId="478"/>
          <ac:spMkLst>
            <pc:docMk/>
            <pc:sldMk cId="2828649922" sldId="261"/>
            <ac:spMk id="13" creationId="{2EBD18C3-5DAC-4235-27F1-522F10467C3D}"/>
          </ac:spMkLst>
        </pc:spChg>
        <pc:spChg chg="add mod">
          <ac:chgData name="Sarvesh V. Surve" userId="872baee5-7988-4066-a523-44a7d2e470cd" providerId="ADAL" clId="{7A653CB4-6DCC-4AE4-9CC8-A0D4CDEFC905}" dt="2022-07-20T04:04:15.827" v="1840" actId="13822"/>
          <ac:spMkLst>
            <pc:docMk/>
            <pc:sldMk cId="2828649922" sldId="261"/>
            <ac:spMk id="14" creationId="{9CD8B4B7-C5CD-8B68-F80C-74E26BB3485D}"/>
          </ac:spMkLst>
        </pc:spChg>
        <pc:graphicFrameChg chg="add mod modGraphic">
          <ac:chgData name="Sarvesh V. Surve" userId="872baee5-7988-4066-a523-44a7d2e470cd" providerId="ADAL" clId="{7A653CB4-6DCC-4AE4-9CC8-A0D4CDEFC905}" dt="2022-07-20T02:20:30.229" v="1203" actId="14100"/>
          <ac:graphicFrameMkLst>
            <pc:docMk/>
            <pc:sldMk cId="2828649922" sldId="261"/>
            <ac:graphicFrameMk id="9" creationId="{16F8DC7C-FA36-D2E5-8DAF-936B681AC02D}"/>
          </ac:graphicFrameMkLst>
        </pc:graphicFrameChg>
        <pc:graphicFrameChg chg="add mod modGraphic">
          <ac:chgData name="Sarvesh V. Surve" userId="872baee5-7988-4066-a523-44a7d2e470cd" providerId="ADAL" clId="{7A653CB4-6DCC-4AE4-9CC8-A0D4CDEFC905}" dt="2022-07-20T02:20:38.641" v="1205" actId="14100"/>
          <ac:graphicFrameMkLst>
            <pc:docMk/>
            <pc:sldMk cId="2828649922" sldId="261"/>
            <ac:graphicFrameMk id="10" creationId="{B2A18FB7-74B6-D28F-AD74-E8EE919D6D4E}"/>
          </ac:graphicFrameMkLst>
        </pc:graphicFrameChg>
        <pc:picChg chg="add mod">
          <ac:chgData name="Sarvesh V. Surve" userId="872baee5-7988-4066-a523-44a7d2e470cd" providerId="ADAL" clId="{7A653CB4-6DCC-4AE4-9CC8-A0D4CDEFC905}" dt="2022-07-19T23:53:28.749" v="1090" actId="1076"/>
          <ac:picMkLst>
            <pc:docMk/>
            <pc:sldMk cId="2828649922" sldId="261"/>
            <ac:picMk id="4" creationId="{9960850B-C761-B645-E59D-7E683BC47A8A}"/>
          </ac:picMkLst>
        </pc:picChg>
        <pc:picChg chg="add mod">
          <ac:chgData name="Sarvesh V. Surve" userId="872baee5-7988-4066-a523-44a7d2e470cd" providerId="ADAL" clId="{7A653CB4-6DCC-4AE4-9CC8-A0D4CDEFC905}" dt="2022-07-19T23:53:31.266" v="1091" actId="1076"/>
          <ac:picMkLst>
            <pc:docMk/>
            <pc:sldMk cId="2828649922" sldId="261"/>
            <ac:picMk id="5" creationId="{861D23DE-5D07-6345-58FB-501540F63FB1}"/>
          </ac:picMkLst>
        </pc:picChg>
        <pc:picChg chg="add del">
          <ac:chgData name="Sarvesh V. Surve" userId="872baee5-7988-4066-a523-44a7d2e470cd" providerId="ADAL" clId="{7A653CB4-6DCC-4AE4-9CC8-A0D4CDEFC905}" dt="2022-07-20T04:03:22.731" v="1783" actId="478"/>
          <ac:picMkLst>
            <pc:docMk/>
            <pc:sldMk cId="2828649922" sldId="261"/>
            <ac:picMk id="5122" creationId="{B25A456C-C390-9D14-22F3-AB45826568D5}"/>
          </ac:picMkLst>
        </pc:picChg>
        <pc:cxnChg chg="add mod">
          <ac:chgData name="Sarvesh V. Surve" userId="872baee5-7988-4066-a523-44a7d2e470cd" providerId="ADAL" clId="{7A653CB4-6DCC-4AE4-9CC8-A0D4CDEFC905}" dt="2022-07-19T23:53:20.429" v="1089" actId="14100"/>
          <ac:cxnSpMkLst>
            <pc:docMk/>
            <pc:sldMk cId="2828649922" sldId="261"/>
            <ac:cxnSpMk id="7" creationId="{18D1A15F-13A1-849E-92A8-F679F4D78EB4}"/>
          </ac:cxnSpMkLst>
        </pc:cxnChg>
      </pc:sldChg>
      <pc:sldChg chg="addSp delSp modSp new mod modAnim modNotesTx">
        <pc:chgData name="Sarvesh V. Surve" userId="872baee5-7988-4066-a523-44a7d2e470cd" providerId="ADAL" clId="{7A653CB4-6DCC-4AE4-9CC8-A0D4CDEFC905}" dt="2022-07-20T04:36:27.258" v="2230" actId="20577"/>
        <pc:sldMkLst>
          <pc:docMk/>
          <pc:sldMk cId="663817190" sldId="262"/>
        </pc:sldMkLst>
        <pc:spChg chg="mod">
          <ac:chgData name="Sarvesh V. Surve" userId="872baee5-7988-4066-a523-44a7d2e470cd" providerId="ADAL" clId="{7A653CB4-6DCC-4AE4-9CC8-A0D4CDEFC905}" dt="2022-07-20T04:02:07.105" v="1778" actId="14100"/>
          <ac:spMkLst>
            <pc:docMk/>
            <pc:sldMk cId="663817190" sldId="262"/>
            <ac:spMk id="2" creationId="{73144238-BA82-3771-11B0-24C800CDA0B0}"/>
          </ac:spMkLst>
        </pc:spChg>
        <pc:spChg chg="del">
          <ac:chgData name="Sarvesh V. Surve" userId="872baee5-7988-4066-a523-44a7d2e470cd" providerId="ADAL" clId="{7A653CB4-6DCC-4AE4-9CC8-A0D4CDEFC905}" dt="2022-07-19T23:30:07.846" v="727"/>
          <ac:spMkLst>
            <pc:docMk/>
            <pc:sldMk cId="663817190" sldId="262"/>
            <ac:spMk id="3" creationId="{9A2C7DED-33B2-5010-7270-20EA226B6409}"/>
          </ac:spMkLst>
        </pc:spChg>
        <pc:spChg chg="add del mod">
          <ac:chgData name="Sarvesh V. Surve" userId="872baee5-7988-4066-a523-44a7d2e470cd" providerId="ADAL" clId="{7A653CB4-6DCC-4AE4-9CC8-A0D4CDEFC905}" dt="2022-07-19T23:30:10.250" v="728"/>
          <ac:spMkLst>
            <pc:docMk/>
            <pc:sldMk cId="663817190" sldId="262"/>
            <ac:spMk id="4" creationId="{1337F0B6-65FE-A066-25AF-8C9DF2B0438F}"/>
          </ac:spMkLst>
        </pc:spChg>
        <pc:spChg chg="add del">
          <ac:chgData name="Sarvesh V. Surve" userId="872baee5-7988-4066-a523-44a7d2e470cd" providerId="ADAL" clId="{7A653CB4-6DCC-4AE4-9CC8-A0D4CDEFC905}" dt="2022-07-19T23:31:09.875" v="732" actId="478"/>
          <ac:spMkLst>
            <pc:docMk/>
            <pc:sldMk cId="663817190" sldId="262"/>
            <ac:spMk id="6" creationId="{AF6E0DD3-CCB3-3AE8-76D2-777175A7B176}"/>
          </ac:spMkLst>
        </pc:spChg>
        <pc:spChg chg="add del">
          <ac:chgData name="Sarvesh V. Surve" userId="872baee5-7988-4066-a523-44a7d2e470cd" providerId="ADAL" clId="{7A653CB4-6DCC-4AE4-9CC8-A0D4CDEFC905}" dt="2022-07-19T23:33:27.840" v="736" actId="478"/>
          <ac:spMkLst>
            <pc:docMk/>
            <pc:sldMk cId="663817190" sldId="262"/>
            <ac:spMk id="8" creationId="{00BC57CD-0767-7CAE-6DA6-560C88EAE3CC}"/>
          </ac:spMkLst>
        </pc:spChg>
        <pc:spChg chg="add del">
          <ac:chgData name="Sarvesh V. Surve" userId="872baee5-7988-4066-a523-44a7d2e470cd" providerId="ADAL" clId="{7A653CB4-6DCC-4AE4-9CC8-A0D4CDEFC905}" dt="2022-07-19T23:34:45.516" v="749" actId="478"/>
          <ac:spMkLst>
            <pc:docMk/>
            <pc:sldMk cId="663817190" sldId="262"/>
            <ac:spMk id="13" creationId="{BFEA6FFE-F828-8AA7-4F5F-16C74AF274BD}"/>
          </ac:spMkLst>
        </pc:spChg>
        <pc:spChg chg="add mod ord">
          <ac:chgData name="Sarvesh V. Surve" userId="872baee5-7988-4066-a523-44a7d2e470cd" providerId="ADAL" clId="{7A653CB4-6DCC-4AE4-9CC8-A0D4CDEFC905}" dt="2022-07-19T23:48:00.564" v="973" actId="208"/>
          <ac:spMkLst>
            <pc:docMk/>
            <pc:sldMk cId="663817190" sldId="262"/>
            <ac:spMk id="19" creationId="{675F181E-663A-9717-23D0-3D7086EF76B4}"/>
          </ac:spMkLst>
        </pc:spChg>
        <pc:spChg chg="add mod ord">
          <ac:chgData name="Sarvesh V. Surve" userId="872baee5-7988-4066-a523-44a7d2e470cd" providerId="ADAL" clId="{7A653CB4-6DCC-4AE4-9CC8-A0D4CDEFC905}" dt="2022-07-19T23:48:03.964" v="974" actId="208"/>
          <ac:spMkLst>
            <pc:docMk/>
            <pc:sldMk cId="663817190" sldId="262"/>
            <ac:spMk id="20" creationId="{279521B2-A7F5-1315-9483-1823AB7B9190}"/>
          </ac:spMkLst>
        </pc:spChg>
        <pc:spChg chg="add mod">
          <ac:chgData name="Sarvesh V. Surve" userId="872baee5-7988-4066-a523-44a7d2e470cd" providerId="ADAL" clId="{7A653CB4-6DCC-4AE4-9CC8-A0D4CDEFC905}" dt="2022-07-19T23:48:25.331" v="979" actId="164"/>
          <ac:spMkLst>
            <pc:docMk/>
            <pc:sldMk cId="663817190" sldId="262"/>
            <ac:spMk id="22" creationId="{C31B8149-5E8A-FD82-C23B-007A90846E9C}"/>
          </ac:spMkLst>
        </pc:spChg>
        <pc:spChg chg="add mod">
          <ac:chgData name="Sarvesh V. Surve" userId="872baee5-7988-4066-a523-44a7d2e470cd" providerId="ADAL" clId="{7A653CB4-6DCC-4AE4-9CC8-A0D4CDEFC905}" dt="2022-07-19T23:48:25.331" v="979" actId="164"/>
          <ac:spMkLst>
            <pc:docMk/>
            <pc:sldMk cId="663817190" sldId="262"/>
            <ac:spMk id="23" creationId="{6FD0A082-8A1E-84C1-25C2-BB2F4BC812D8}"/>
          </ac:spMkLst>
        </pc:spChg>
        <pc:spChg chg="add mod">
          <ac:chgData name="Sarvesh V. Surve" userId="872baee5-7988-4066-a523-44a7d2e470cd" providerId="ADAL" clId="{7A653CB4-6DCC-4AE4-9CC8-A0D4CDEFC905}" dt="2022-07-20T02:48:09.114" v="1517" actId="207"/>
          <ac:spMkLst>
            <pc:docMk/>
            <pc:sldMk cId="663817190" sldId="262"/>
            <ac:spMk id="27" creationId="{78FE0336-B6F2-5D17-BCC2-B98993F146E3}"/>
          </ac:spMkLst>
        </pc:spChg>
        <pc:spChg chg="add mod">
          <ac:chgData name="Sarvesh V. Surve" userId="872baee5-7988-4066-a523-44a7d2e470cd" providerId="ADAL" clId="{7A653CB4-6DCC-4AE4-9CC8-A0D4CDEFC905}" dt="2022-07-20T02:48:02.011" v="1516" actId="207"/>
          <ac:spMkLst>
            <pc:docMk/>
            <pc:sldMk cId="663817190" sldId="262"/>
            <ac:spMk id="28" creationId="{ECD90C26-CB4B-22A5-91AA-656BBC7A7CE1}"/>
          </ac:spMkLst>
        </pc:spChg>
        <pc:grpChg chg="add mod">
          <ac:chgData name="Sarvesh V. Surve" userId="872baee5-7988-4066-a523-44a7d2e470cd" providerId="ADAL" clId="{7A653CB4-6DCC-4AE4-9CC8-A0D4CDEFC905}" dt="2022-07-19T23:35:55.370" v="772" actId="164"/>
          <ac:grpSpMkLst>
            <pc:docMk/>
            <pc:sldMk cId="663817190" sldId="262"/>
            <ac:grpSpMk id="15" creationId="{4664E218-21EF-DB02-7711-2886B918D807}"/>
          </ac:grpSpMkLst>
        </pc:grpChg>
        <pc:grpChg chg="add mod">
          <ac:chgData name="Sarvesh V. Surve" userId="872baee5-7988-4066-a523-44a7d2e470cd" providerId="ADAL" clId="{7A653CB4-6DCC-4AE4-9CC8-A0D4CDEFC905}" dt="2022-07-19T23:35:55.370" v="772" actId="164"/>
          <ac:grpSpMkLst>
            <pc:docMk/>
            <pc:sldMk cId="663817190" sldId="262"/>
            <ac:grpSpMk id="16" creationId="{50BD3DC6-C64C-3CBC-CD24-F30AD540F347}"/>
          </ac:grpSpMkLst>
        </pc:grpChg>
        <pc:grpChg chg="add mod">
          <ac:chgData name="Sarvesh V. Surve" userId="872baee5-7988-4066-a523-44a7d2e470cd" providerId="ADAL" clId="{7A653CB4-6DCC-4AE4-9CC8-A0D4CDEFC905}" dt="2022-07-19T23:48:25.331" v="979" actId="164"/>
          <ac:grpSpMkLst>
            <pc:docMk/>
            <pc:sldMk cId="663817190" sldId="262"/>
            <ac:grpSpMk id="17" creationId="{21FFD728-D54B-F652-B26F-7E769412BA6A}"/>
          </ac:grpSpMkLst>
        </pc:grpChg>
        <pc:grpChg chg="add mod">
          <ac:chgData name="Sarvesh V. Surve" userId="872baee5-7988-4066-a523-44a7d2e470cd" providerId="ADAL" clId="{7A653CB4-6DCC-4AE4-9CC8-A0D4CDEFC905}" dt="2022-07-19T23:48:25.331" v="979" actId="164"/>
          <ac:grpSpMkLst>
            <pc:docMk/>
            <pc:sldMk cId="663817190" sldId="262"/>
            <ac:grpSpMk id="21" creationId="{E7605E85-5192-151A-C8B5-CEC6DCAE09F6}"/>
          </ac:grpSpMkLst>
        </pc:grpChg>
        <pc:grpChg chg="add mod">
          <ac:chgData name="Sarvesh V. Surve" userId="872baee5-7988-4066-a523-44a7d2e470cd" providerId="ADAL" clId="{7A653CB4-6DCC-4AE4-9CC8-A0D4CDEFC905}" dt="2022-07-19T23:48:25.331" v="979" actId="164"/>
          <ac:grpSpMkLst>
            <pc:docMk/>
            <pc:sldMk cId="663817190" sldId="262"/>
            <ac:grpSpMk id="26" creationId="{DBEB055D-EC84-05B4-0EDF-D3F173B3246A}"/>
          </ac:grpSpMkLst>
        </pc:grpChg>
        <pc:picChg chg="add mod">
          <ac:chgData name="Sarvesh V. Surve" userId="872baee5-7988-4066-a523-44a7d2e470cd" providerId="ADAL" clId="{7A653CB4-6DCC-4AE4-9CC8-A0D4CDEFC905}" dt="2022-07-19T23:38:44.152" v="799" actId="14100"/>
          <ac:picMkLst>
            <pc:docMk/>
            <pc:sldMk cId="663817190" sldId="262"/>
            <ac:picMk id="5" creationId="{751EDD3B-5C8E-52C1-AA94-9A927D33EA4C}"/>
          </ac:picMkLst>
        </pc:picChg>
        <pc:picChg chg="add del mod">
          <ac:chgData name="Sarvesh V. Surve" userId="872baee5-7988-4066-a523-44a7d2e470cd" providerId="ADAL" clId="{7A653CB4-6DCC-4AE4-9CC8-A0D4CDEFC905}" dt="2022-07-19T23:37:26.796" v="786" actId="478"/>
          <ac:picMkLst>
            <pc:docMk/>
            <pc:sldMk cId="663817190" sldId="262"/>
            <ac:picMk id="7" creationId="{ECDC640F-CBAD-6D6C-A716-034EA964349E}"/>
          </ac:picMkLst>
        </pc:picChg>
        <pc:picChg chg="add del">
          <ac:chgData name="Sarvesh V. Surve" userId="872baee5-7988-4066-a523-44a7d2e470cd" providerId="ADAL" clId="{7A653CB4-6DCC-4AE4-9CC8-A0D4CDEFC905}" dt="2022-07-19T23:33:59.496" v="738" actId="478"/>
          <ac:picMkLst>
            <pc:docMk/>
            <pc:sldMk cId="663817190" sldId="262"/>
            <ac:picMk id="9" creationId="{7F1D4368-6C29-423D-C76D-54542283269B}"/>
          </ac:picMkLst>
        </pc:picChg>
        <pc:picChg chg="add mod">
          <ac:chgData name="Sarvesh V. Surve" userId="872baee5-7988-4066-a523-44a7d2e470cd" providerId="ADAL" clId="{7A653CB4-6DCC-4AE4-9CC8-A0D4CDEFC905}" dt="2022-07-19T23:45:14.943" v="924" actId="1037"/>
          <ac:picMkLst>
            <pc:docMk/>
            <pc:sldMk cId="663817190" sldId="262"/>
            <ac:picMk id="10" creationId="{FFDB7CB6-C606-50C1-53A7-134E6E2CA4F1}"/>
          </ac:picMkLst>
        </pc:picChg>
        <pc:picChg chg="add mod">
          <ac:chgData name="Sarvesh V. Surve" userId="872baee5-7988-4066-a523-44a7d2e470cd" providerId="ADAL" clId="{7A653CB4-6DCC-4AE4-9CC8-A0D4CDEFC905}" dt="2022-07-19T23:43:35.794" v="842" actId="14100"/>
          <ac:picMkLst>
            <pc:docMk/>
            <pc:sldMk cId="663817190" sldId="262"/>
            <ac:picMk id="11" creationId="{C8F3F5C1-7309-83D9-EC1E-830932D61F0E}"/>
          </ac:picMkLst>
        </pc:picChg>
        <pc:picChg chg="add mod">
          <ac:chgData name="Sarvesh V. Surve" userId="872baee5-7988-4066-a523-44a7d2e470cd" providerId="ADAL" clId="{7A653CB4-6DCC-4AE4-9CC8-A0D4CDEFC905}" dt="2022-07-19T23:43:02.877" v="834" actId="14100"/>
          <ac:picMkLst>
            <pc:docMk/>
            <pc:sldMk cId="663817190" sldId="262"/>
            <ac:picMk id="12" creationId="{C0FD202F-2770-C4DC-77AA-6ED87821E880}"/>
          </ac:picMkLst>
        </pc:picChg>
        <pc:picChg chg="add mod">
          <ac:chgData name="Sarvesh V. Surve" userId="872baee5-7988-4066-a523-44a7d2e470cd" providerId="ADAL" clId="{7A653CB4-6DCC-4AE4-9CC8-A0D4CDEFC905}" dt="2022-07-19T23:43:23.019" v="838" actId="14100"/>
          <ac:picMkLst>
            <pc:docMk/>
            <pc:sldMk cId="663817190" sldId="262"/>
            <ac:picMk id="14" creationId="{9697E64E-381A-C9E8-EDE6-393511372D95}"/>
          </ac:picMkLst>
        </pc:picChg>
        <pc:picChg chg="add mod">
          <ac:chgData name="Sarvesh V. Surve" userId="872baee5-7988-4066-a523-44a7d2e470cd" providerId="ADAL" clId="{7A653CB4-6DCC-4AE4-9CC8-A0D4CDEFC905}" dt="2022-07-19T23:48:11.865" v="975" actId="14100"/>
          <ac:picMkLst>
            <pc:docMk/>
            <pc:sldMk cId="663817190" sldId="262"/>
            <ac:picMk id="18" creationId="{ED682A10-9E8B-457E-6797-1902B1C7446F}"/>
          </ac:picMkLst>
        </pc:picChg>
        <pc:cxnChg chg="add mod">
          <ac:chgData name="Sarvesh V. Surve" userId="872baee5-7988-4066-a523-44a7d2e470cd" providerId="ADAL" clId="{7A653CB4-6DCC-4AE4-9CC8-A0D4CDEFC905}" dt="2022-07-19T23:48:25.331" v="979" actId="164"/>
          <ac:cxnSpMkLst>
            <pc:docMk/>
            <pc:sldMk cId="663817190" sldId="262"/>
            <ac:cxnSpMk id="25" creationId="{B5E0DFA6-EDD7-D3D8-B4C2-88952707D7BF}"/>
          </ac:cxnSpMkLst>
        </pc:cxnChg>
      </pc:sldChg>
      <pc:sldChg chg="addSp delSp modSp new mod modAnim">
        <pc:chgData name="Sarvesh V. Surve" userId="872baee5-7988-4066-a523-44a7d2e470cd" providerId="ADAL" clId="{7A653CB4-6DCC-4AE4-9CC8-A0D4CDEFC905}" dt="2022-07-20T04:24:58.373" v="2098"/>
        <pc:sldMkLst>
          <pc:docMk/>
          <pc:sldMk cId="2654603377" sldId="263"/>
        </pc:sldMkLst>
        <pc:spChg chg="del mod">
          <ac:chgData name="Sarvesh V. Surve" userId="872baee5-7988-4066-a523-44a7d2e470cd" providerId="ADAL" clId="{7A653CB4-6DCC-4AE4-9CC8-A0D4CDEFC905}" dt="2022-07-20T02:34:22.772" v="1399" actId="12084"/>
          <ac:spMkLst>
            <pc:docMk/>
            <pc:sldMk cId="2654603377" sldId="263"/>
            <ac:spMk id="2" creationId="{483E0B2C-D907-B75E-4559-BD7216F733EE}"/>
          </ac:spMkLst>
        </pc:spChg>
        <pc:spChg chg="del">
          <ac:chgData name="Sarvesh V. Surve" userId="872baee5-7988-4066-a523-44a7d2e470cd" providerId="ADAL" clId="{7A653CB4-6DCC-4AE4-9CC8-A0D4CDEFC905}" dt="2022-07-20T02:19:11.853" v="1164"/>
          <ac:spMkLst>
            <pc:docMk/>
            <pc:sldMk cId="2654603377" sldId="263"/>
            <ac:spMk id="3" creationId="{718D495B-FE22-99F5-3F08-B103FC95EE1C}"/>
          </ac:spMkLst>
        </pc:spChg>
        <pc:spChg chg="add mod">
          <ac:chgData name="Sarvesh V. Surve" userId="872baee5-7988-4066-a523-44a7d2e470cd" providerId="ADAL" clId="{7A653CB4-6DCC-4AE4-9CC8-A0D4CDEFC905}" dt="2022-07-20T02:46:11.884" v="1503" actId="1076"/>
          <ac:spMkLst>
            <pc:docMk/>
            <pc:sldMk cId="2654603377" sldId="263"/>
            <ac:spMk id="8" creationId="{02F79733-2B3C-D37D-CC9E-9970BC1E2C7F}"/>
          </ac:spMkLst>
        </pc:spChg>
        <pc:spChg chg="add mod">
          <ac:chgData name="Sarvesh V. Surve" userId="872baee5-7988-4066-a523-44a7d2e470cd" providerId="ADAL" clId="{7A653CB4-6DCC-4AE4-9CC8-A0D4CDEFC905}" dt="2022-07-20T02:46:32.252" v="1509" actId="1076"/>
          <ac:spMkLst>
            <pc:docMk/>
            <pc:sldMk cId="2654603377" sldId="263"/>
            <ac:spMk id="9" creationId="{5BC6CF4E-47A2-4096-1AC0-D6CA50994B3E}"/>
          </ac:spMkLst>
        </pc:spChg>
        <pc:spChg chg="add del mod ord">
          <ac:chgData name="Sarvesh V. Surve" userId="872baee5-7988-4066-a523-44a7d2e470cd" providerId="ADAL" clId="{7A653CB4-6DCC-4AE4-9CC8-A0D4CDEFC905}" dt="2022-07-20T02:35:00.818" v="1404" actId="478"/>
          <ac:spMkLst>
            <pc:docMk/>
            <pc:sldMk cId="2654603377" sldId="263"/>
            <ac:spMk id="10" creationId="{76AB8A2D-5B1B-46A1-2659-B6C514707835}"/>
          </ac:spMkLst>
        </pc:spChg>
        <pc:spChg chg="add del mod ord">
          <ac:chgData name="Sarvesh V. Surve" userId="872baee5-7988-4066-a523-44a7d2e470cd" providerId="ADAL" clId="{7A653CB4-6DCC-4AE4-9CC8-A0D4CDEFC905}" dt="2022-07-20T02:35:00.818" v="1404" actId="478"/>
          <ac:spMkLst>
            <pc:docMk/>
            <pc:sldMk cId="2654603377" sldId="263"/>
            <ac:spMk id="11" creationId="{7251A401-58B3-2336-3769-0BAD4CA87B24}"/>
          </ac:spMkLst>
        </pc:spChg>
        <pc:spChg chg="add mod">
          <ac:chgData name="Sarvesh V. Surve" userId="872baee5-7988-4066-a523-44a7d2e470cd" providerId="ADAL" clId="{7A653CB4-6DCC-4AE4-9CC8-A0D4CDEFC905}" dt="2022-07-20T02:47:01.755" v="1515" actId="1076"/>
          <ac:spMkLst>
            <pc:docMk/>
            <pc:sldMk cId="2654603377" sldId="263"/>
            <ac:spMk id="15" creationId="{924277D3-6E5E-F9ED-F51B-50EB0647D2D2}"/>
          </ac:spMkLst>
        </pc:spChg>
        <pc:graphicFrameChg chg="add mod">
          <ac:chgData name="Sarvesh V. Surve" userId="872baee5-7988-4066-a523-44a7d2e470cd" providerId="ADAL" clId="{7A653CB4-6DCC-4AE4-9CC8-A0D4CDEFC905}" dt="2022-07-20T02:46:02.089" v="1500"/>
          <ac:graphicFrameMkLst>
            <pc:docMk/>
            <pc:sldMk cId="2654603377" sldId="263"/>
            <ac:graphicFrameMk id="12" creationId="{6854CE4D-60A4-CFF6-28DB-E44A50B395D3}"/>
          </ac:graphicFrameMkLst>
        </pc:graphicFrameChg>
        <pc:picChg chg="add mod">
          <ac:chgData name="Sarvesh V. Surve" userId="872baee5-7988-4066-a523-44a7d2e470cd" providerId="ADAL" clId="{7A653CB4-6DCC-4AE4-9CC8-A0D4CDEFC905}" dt="2022-07-20T02:46:08.162" v="1502" actId="1076"/>
          <ac:picMkLst>
            <pc:docMk/>
            <pc:sldMk cId="2654603377" sldId="263"/>
            <ac:picMk id="5" creationId="{9A98F903-42AE-327C-7DE6-1A579CA6E81C}"/>
          </ac:picMkLst>
        </pc:picChg>
        <pc:picChg chg="add mod">
          <ac:chgData name="Sarvesh V. Surve" userId="872baee5-7988-4066-a523-44a7d2e470cd" providerId="ADAL" clId="{7A653CB4-6DCC-4AE4-9CC8-A0D4CDEFC905}" dt="2022-07-20T02:46:27.013" v="1508" actId="14100"/>
          <ac:picMkLst>
            <pc:docMk/>
            <pc:sldMk cId="2654603377" sldId="263"/>
            <ac:picMk id="7" creationId="{F472F2E5-26D9-FB2D-2DA5-111F9A24B03E}"/>
          </ac:picMkLst>
        </pc:picChg>
        <pc:picChg chg="add mod">
          <ac:chgData name="Sarvesh V. Surve" userId="872baee5-7988-4066-a523-44a7d2e470cd" providerId="ADAL" clId="{7A653CB4-6DCC-4AE4-9CC8-A0D4CDEFC905}" dt="2022-07-20T02:46:35.511" v="1510" actId="1076"/>
          <ac:picMkLst>
            <pc:docMk/>
            <pc:sldMk cId="2654603377" sldId="263"/>
            <ac:picMk id="4098" creationId="{8E6FC92D-6391-EF48-3EBB-2FA474B4289D}"/>
          </ac:picMkLst>
        </pc:picChg>
      </pc:sldChg>
      <pc:sldChg chg="addSp delSp modSp new mod">
        <pc:chgData name="Sarvesh V. Surve" userId="872baee5-7988-4066-a523-44a7d2e470cd" providerId="ADAL" clId="{7A653CB4-6DCC-4AE4-9CC8-A0D4CDEFC905}" dt="2022-07-20T04:12:50.432" v="2064" actId="404"/>
        <pc:sldMkLst>
          <pc:docMk/>
          <pc:sldMk cId="32838313" sldId="264"/>
        </pc:sldMkLst>
        <pc:spChg chg="mod">
          <ac:chgData name="Sarvesh V. Surve" userId="872baee5-7988-4066-a523-44a7d2e470cd" providerId="ADAL" clId="{7A653CB4-6DCC-4AE4-9CC8-A0D4CDEFC905}" dt="2022-07-20T04:09:29.443" v="1932" actId="20577"/>
          <ac:spMkLst>
            <pc:docMk/>
            <pc:sldMk cId="32838313" sldId="264"/>
            <ac:spMk id="2" creationId="{56EBBD07-5FA9-109B-3C78-B31C5C897565}"/>
          </ac:spMkLst>
        </pc:spChg>
        <pc:spChg chg="del mod">
          <ac:chgData name="Sarvesh V. Surve" userId="872baee5-7988-4066-a523-44a7d2e470cd" providerId="ADAL" clId="{7A653CB4-6DCC-4AE4-9CC8-A0D4CDEFC905}" dt="2022-07-20T04:11:31.832" v="2037" actId="12084"/>
          <ac:spMkLst>
            <pc:docMk/>
            <pc:sldMk cId="32838313" sldId="264"/>
            <ac:spMk id="3" creationId="{D85C3D1B-B603-CD7E-AA42-43BB04E8FA8E}"/>
          </ac:spMkLst>
        </pc:spChg>
        <pc:graphicFrameChg chg="add mod modGraphic">
          <ac:chgData name="Sarvesh V. Surve" userId="872baee5-7988-4066-a523-44a7d2e470cd" providerId="ADAL" clId="{7A653CB4-6DCC-4AE4-9CC8-A0D4CDEFC905}" dt="2022-07-20T04:12:50.432" v="2064" actId="404"/>
          <ac:graphicFrameMkLst>
            <pc:docMk/>
            <pc:sldMk cId="32838313" sldId="264"/>
            <ac:graphicFrameMk id="4" creationId="{E8A219CE-3A51-4E63-8EEF-C0099B78C14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B376E6-FD2E-4A30-8519-07079C637D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43EEB8-24E0-413C-B7F3-091DC9215A86}">
      <dgm:prSet/>
      <dgm:spPr/>
      <dgm:t>
        <a:bodyPr/>
        <a:lstStyle/>
        <a:p>
          <a:r>
            <a:rPr lang="en-US" dirty="0"/>
            <a:t>78% of DE genes are shared between the timepoints</a:t>
          </a:r>
        </a:p>
      </dgm:t>
    </dgm:pt>
    <dgm:pt modelId="{E9B64C84-C39F-4777-9C6C-149A73AD8661}" type="parTrans" cxnId="{EDDF0A3E-1D1C-470D-BC33-F2F0EFAF8747}">
      <dgm:prSet/>
      <dgm:spPr/>
      <dgm:t>
        <a:bodyPr/>
        <a:lstStyle/>
        <a:p>
          <a:endParaRPr lang="en-US"/>
        </a:p>
      </dgm:t>
    </dgm:pt>
    <dgm:pt modelId="{5890E2BE-0D71-442A-8430-550971930114}" type="sibTrans" cxnId="{EDDF0A3E-1D1C-470D-BC33-F2F0EFAF8747}">
      <dgm:prSet/>
      <dgm:spPr/>
      <dgm:t>
        <a:bodyPr/>
        <a:lstStyle/>
        <a:p>
          <a:endParaRPr lang="en-US"/>
        </a:p>
      </dgm:t>
    </dgm:pt>
    <dgm:pt modelId="{F1595AB0-8A78-4B70-932F-3EE9EFCE4CA3}" type="pres">
      <dgm:prSet presAssocID="{66B376E6-FD2E-4A30-8519-07079C637DE5}" presName="linear" presStyleCnt="0">
        <dgm:presLayoutVars>
          <dgm:animLvl val="lvl"/>
          <dgm:resizeHandles val="exact"/>
        </dgm:presLayoutVars>
      </dgm:prSet>
      <dgm:spPr/>
    </dgm:pt>
    <dgm:pt modelId="{C97312BE-5C88-4858-A64F-6C2456312831}" type="pres">
      <dgm:prSet presAssocID="{5843EEB8-24E0-413C-B7F3-091DC9215A86}" presName="parentText" presStyleLbl="node1" presStyleIdx="0" presStyleCnt="1" custLinFactNeighborX="241" custLinFactNeighborY="-47225">
        <dgm:presLayoutVars>
          <dgm:chMax val="0"/>
          <dgm:bulletEnabled val="1"/>
        </dgm:presLayoutVars>
      </dgm:prSet>
      <dgm:spPr/>
    </dgm:pt>
  </dgm:ptLst>
  <dgm:cxnLst>
    <dgm:cxn modelId="{1A79EF05-48F8-42D5-A930-C01497687F30}" type="presOf" srcId="{5843EEB8-24E0-413C-B7F3-091DC9215A86}" destId="{C97312BE-5C88-4858-A64F-6C2456312831}" srcOrd="0" destOrd="0" presId="urn:microsoft.com/office/officeart/2005/8/layout/vList2"/>
    <dgm:cxn modelId="{EDDF0A3E-1D1C-470D-BC33-F2F0EFAF8747}" srcId="{66B376E6-FD2E-4A30-8519-07079C637DE5}" destId="{5843EEB8-24E0-413C-B7F3-091DC9215A86}" srcOrd="0" destOrd="0" parTransId="{E9B64C84-C39F-4777-9C6C-149A73AD8661}" sibTransId="{5890E2BE-0D71-442A-8430-550971930114}"/>
    <dgm:cxn modelId="{A331DD4F-1D33-4668-BA59-2DB74271E4C1}" type="presOf" srcId="{66B376E6-FD2E-4A30-8519-07079C637DE5}" destId="{F1595AB0-8A78-4B70-932F-3EE9EFCE4CA3}" srcOrd="0" destOrd="0" presId="urn:microsoft.com/office/officeart/2005/8/layout/vList2"/>
    <dgm:cxn modelId="{28241BAD-CF7B-481B-B45F-248DEB044C34}" type="presParOf" srcId="{F1595AB0-8A78-4B70-932F-3EE9EFCE4CA3}" destId="{C97312BE-5C88-4858-A64F-6C245631283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C10CA1-42FF-4476-A584-923A2990C61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E49686DD-0C4E-43FE-AF5C-BB641D4DF08C}">
      <dgm:prSet custT="1"/>
      <dgm:spPr/>
      <dgm:t>
        <a:bodyPr/>
        <a:lstStyle/>
        <a:p>
          <a:r>
            <a:rPr lang="en-US" sz="2400" dirty="0"/>
            <a:t>Bruce Stanton</a:t>
          </a:r>
          <a:endParaRPr lang="en-US" dirty="0"/>
        </a:p>
      </dgm:t>
    </dgm:pt>
    <dgm:pt modelId="{2E9D4B35-BC01-40C0-8837-46D647DBBE1F}" type="parTrans" cxnId="{A939C686-A0D5-476E-87C6-4508EAD4CB9B}">
      <dgm:prSet/>
      <dgm:spPr/>
      <dgm:t>
        <a:bodyPr/>
        <a:lstStyle/>
        <a:p>
          <a:endParaRPr lang="en-US"/>
        </a:p>
      </dgm:t>
    </dgm:pt>
    <dgm:pt modelId="{61C39439-FF48-4E45-B504-6E73ABE6AB90}" type="sibTrans" cxnId="{A939C686-A0D5-476E-87C6-4508EAD4CB9B}">
      <dgm:prSet/>
      <dgm:spPr/>
      <dgm:t>
        <a:bodyPr/>
        <a:lstStyle/>
        <a:p>
          <a:endParaRPr lang="en-US"/>
        </a:p>
      </dgm:t>
    </dgm:pt>
    <dgm:pt modelId="{BB2204D7-733A-43A5-A673-218DD3DDBAE7}">
      <dgm:prSet custT="1"/>
      <dgm:spPr/>
      <dgm:t>
        <a:bodyPr/>
        <a:lstStyle/>
        <a:p>
          <a:r>
            <a:rPr lang="en-US" sz="2400" dirty="0"/>
            <a:t>Thomas Hampton</a:t>
          </a:r>
        </a:p>
      </dgm:t>
    </dgm:pt>
    <dgm:pt modelId="{9B8E22B3-5277-43D5-9663-72B78A2DA610}" type="parTrans" cxnId="{48BF35E3-42B7-4560-815D-549AC2B8C20C}">
      <dgm:prSet/>
      <dgm:spPr/>
      <dgm:t>
        <a:bodyPr/>
        <a:lstStyle/>
        <a:p>
          <a:endParaRPr lang="en-US"/>
        </a:p>
      </dgm:t>
    </dgm:pt>
    <dgm:pt modelId="{CFD9AA44-0364-4A74-91A9-32370559E903}" type="sibTrans" cxnId="{48BF35E3-42B7-4560-815D-549AC2B8C20C}">
      <dgm:prSet/>
      <dgm:spPr/>
      <dgm:t>
        <a:bodyPr/>
        <a:lstStyle/>
        <a:p>
          <a:endParaRPr lang="en-US"/>
        </a:p>
      </dgm:t>
    </dgm:pt>
    <dgm:pt modelId="{0D132B6D-C0F9-439D-A180-B947323697AA}">
      <dgm:prSet custT="1"/>
      <dgm:spPr/>
      <dgm:t>
        <a:bodyPr/>
        <a:lstStyle/>
        <a:p>
          <a:r>
            <a:rPr lang="en-US" sz="2400"/>
            <a:t>Sam Neff</a:t>
          </a:r>
        </a:p>
      </dgm:t>
    </dgm:pt>
    <dgm:pt modelId="{2B99BB40-5BCA-4F52-A045-B07B436E6612}" type="parTrans" cxnId="{FE79AE5F-B636-4E36-97F8-E9890A0CCD29}">
      <dgm:prSet/>
      <dgm:spPr/>
      <dgm:t>
        <a:bodyPr/>
        <a:lstStyle/>
        <a:p>
          <a:endParaRPr lang="en-US"/>
        </a:p>
      </dgm:t>
    </dgm:pt>
    <dgm:pt modelId="{D7404723-F7BA-4147-ABD8-66AB7038E502}" type="sibTrans" cxnId="{FE79AE5F-B636-4E36-97F8-E9890A0CCD29}">
      <dgm:prSet/>
      <dgm:spPr/>
      <dgm:t>
        <a:bodyPr/>
        <a:lstStyle/>
        <a:p>
          <a:endParaRPr lang="en-US"/>
        </a:p>
      </dgm:t>
    </dgm:pt>
    <dgm:pt modelId="{628EA9C3-923E-45A9-96EC-7CC26BDAB08F}">
      <dgm:prSet custT="1"/>
      <dgm:spPr/>
      <dgm:t>
        <a:bodyPr/>
        <a:lstStyle/>
        <a:p>
          <a:r>
            <a:rPr lang="en-US" sz="2400"/>
            <a:t>Lily Charpentier</a:t>
          </a:r>
        </a:p>
      </dgm:t>
    </dgm:pt>
    <dgm:pt modelId="{9A7E4C26-386A-40E0-8E4C-6D9A49C6DD19}" type="parTrans" cxnId="{C48DDE95-D7DE-4C4C-81ED-326E1379CC1F}">
      <dgm:prSet/>
      <dgm:spPr/>
      <dgm:t>
        <a:bodyPr/>
        <a:lstStyle/>
        <a:p>
          <a:endParaRPr lang="en-US"/>
        </a:p>
      </dgm:t>
    </dgm:pt>
    <dgm:pt modelId="{6CE1D2A8-9E6E-4557-B33C-FED1BE4E375B}" type="sibTrans" cxnId="{C48DDE95-D7DE-4C4C-81ED-326E1379CC1F}">
      <dgm:prSet/>
      <dgm:spPr/>
      <dgm:t>
        <a:bodyPr/>
        <a:lstStyle/>
        <a:p>
          <a:endParaRPr lang="en-US"/>
        </a:p>
      </dgm:t>
    </dgm:pt>
    <dgm:pt modelId="{958EA19F-5DE3-4332-BC41-8B7422E7219F}">
      <dgm:prSet custT="1"/>
      <dgm:spPr/>
      <dgm:t>
        <a:bodyPr/>
        <a:lstStyle/>
        <a:p>
          <a:r>
            <a:rPr lang="en-US" sz="2400" dirty="0"/>
            <a:t>All the other faculty members</a:t>
          </a:r>
        </a:p>
      </dgm:t>
    </dgm:pt>
    <dgm:pt modelId="{B41943AF-A257-424F-BD51-F44A6056982B}" type="parTrans" cxnId="{738D0D62-4C4F-4460-9F51-106C1570B523}">
      <dgm:prSet/>
      <dgm:spPr/>
      <dgm:t>
        <a:bodyPr/>
        <a:lstStyle/>
        <a:p>
          <a:endParaRPr lang="en-US"/>
        </a:p>
      </dgm:t>
    </dgm:pt>
    <dgm:pt modelId="{72EDB1CA-BFBF-455F-AA93-7376DE0FC8E4}" type="sibTrans" cxnId="{738D0D62-4C4F-4460-9F51-106C1570B523}">
      <dgm:prSet/>
      <dgm:spPr/>
      <dgm:t>
        <a:bodyPr/>
        <a:lstStyle/>
        <a:p>
          <a:endParaRPr lang="en-US"/>
        </a:p>
      </dgm:t>
    </dgm:pt>
    <dgm:pt modelId="{737CE293-8187-47A1-8286-20190EC53579}">
      <dgm:prSet custT="1"/>
      <dgm:spPr/>
      <dgm:t>
        <a:bodyPr/>
        <a:lstStyle/>
        <a:p>
          <a:r>
            <a:rPr lang="en-US" sz="1800" dirty="0"/>
            <a:t>Molina-Mora, J. A. </a:t>
          </a:r>
          <a:r>
            <a:rPr lang="en-US" sz="1800" i="1" dirty="0"/>
            <a:t>et al.</a:t>
          </a:r>
          <a:r>
            <a:rPr lang="en-US" sz="1800" dirty="0"/>
            <a:t> Transcriptomic determinants of the response of ST-111 Pseudomonas aeruginosa AG1 to ciprofloxacin identified by a top-down systems biology approach. </a:t>
          </a:r>
          <a:r>
            <a:rPr lang="en-US" sz="1800" i="1" dirty="0"/>
            <a:t>Sci. Rep.</a:t>
          </a:r>
          <a:r>
            <a:rPr lang="en-US" sz="1800" dirty="0"/>
            <a:t> </a:t>
          </a:r>
          <a:r>
            <a:rPr lang="en-US" sz="1800" b="1" dirty="0"/>
            <a:t>10</a:t>
          </a:r>
          <a:r>
            <a:rPr lang="en-US" sz="1800" dirty="0"/>
            <a:t>, 1–23 (2020).</a:t>
          </a:r>
        </a:p>
      </dgm:t>
    </dgm:pt>
    <dgm:pt modelId="{C3D59845-06D5-48DA-A2FB-75E207ADBC24}" type="parTrans" cxnId="{B74DF6AF-7B8D-4BF9-8311-8D6CB0AAB461}">
      <dgm:prSet/>
      <dgm:spPr/>
      <dgm:t>
        <a:bodyPr/>
        <a:lstStyle/>
        <a:p>
          <a:endParaRPr lang="en-US"/>
        </a:p>
      </dgm:t>
    </dgm:pt>
    <dgm:pt modelId="{286F903A-F798-41D6-9235-A2D1E396F939}" type="sibTrans" cxnId="{B74DF6AF-7B8D-4BF9-8311-8D6CB0AAB461}">
      <dgm:prSet/>
      <dgm:spPr/>
      <dgm:t>
        <a:bodyPr/>
        <a:lstStyle/>
        <a:p>
          <a:endParaRPr lang="en-US"/>
        </a:p>
      </dgm:t>
    </dgm:pt>
    <dgm:pt modelId="{D32328A6-AF13-42DE-B594-FA4C83B47951}" type="pres">
      <dgm:prSet presAssocID="{F6C10CA1-42FF-4476-A584-923A2990C610}" presName="linear" presStyleCnt="0">
        <dgm:presLayoutVars>
          <dgm:animLvl val="lvl"/>
          <dgm:resizeHandles val="exact"/>
        </dgm:presLayoutVars>
      </dgm:prSet>
      <dgm:spPr/>
    </dgm:pt>
    <dgm:pt modelId="{1080C265-F77A-4956-9F67-9960F9E72038}" type="pres">
      <dgm:prSet presAssocID="{E49686DD-0C4E-43FE-AF5C-BB641D4DF08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6B402D8-7B71-464A-8936-77BDC0029811}" type="pres">
      <dgm:prSet presAssocID="{61C39439-FF48-4E45-B504-6E73ABE6AB90}" presName="spacer" presStyleCnt="0"/>
      <dgm:spPr/>
    </dgm:pt>
    <dgm:pt modelId="{A8240D4B-EDAA-4B92-9DBE-0CEB84512FD0}" type="pres">
      <dgm:prSet presAssocID="{BB2204D7-733A-43A5-A673-218DD3DDBAE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BA0D501-4795-4A1F-AF9A-FE492CCEB6B5}" type="pres">
      <dgm:prSet presAssocID="{CFD9AA44-0364-4A74-91A9-32370559E903}" presName="spacer" presStyleCnt="0"/>
      <dgm:spPr/>
    </dgm:pt>
    <dgm:pt modelId="{6058F6AC-5611-4B79-A9FD-BD1D103CEF34}" type="pres">
      <dgm:prSet presAssocID="{0D132B6D-C0F9-439D-A180-B947323697A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1F3C484-861B-41F5-A40D-BF23A6F1FF85}" type="pres">
      <dgm:prSet presAssocID="{D7404723-F7BA-4147-ABD8-66AB7038E502}" presName="spacer" presStyleCnt="0"/>
      <dgm:spPr/>
    </dgm:pt>
    <dgm:pt modelId="{7231FF2F-63B1-4D7D-BF67-E2FC1FFCBEF5}" type="pres">
      <dgm:prSet presAssocID="{628EA9C3-923E-45A9-96EC-7CC26BDAB08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055C7D3-275A-4453-B7C6-43B0A4514963}" type="pres">
      <dgm:prSet presAssocID="{6CE1D2A8-9E6E-4557-B33C-FED1BE4E375B}" presName="spacer" presStyleCnt="0"/>
      <dgm:spPr/>
    </dgm:pt>
    <dgm:pt modelId="{87CE4F06-BC56-4FE0-9297-3AFB1CB606B6}" type="pres">
      <dgm:prSet presAssocID="{958EA19F-5DE3-4332-BC41-8B7422E7219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A458561-9866-49FC-91B6-4E0FBC9DE700}" type="pres">
      <dgm:prSet presAssocID="{72EDB1CA-BFBF-455F-AA93-7376DE0FC8E4}" presName="spacer" presStyleCnt="0"/>
      <dgm:spPr/>
    </dgm:pt>
    <dgm:pt modelId="{9603C3B4-6119-4EE2-84A0-3A2B265CAD9A}" type="pres">
      <dgm:prSet presAssocID="{737CE293-8187-47A1-8286-20190EC5357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973DE2A-2D8A-4A23-8AA6-F98D50EC244E}" type="presOf" srcId="{E49686DD-0C4E-43FE-AF5C-BB641D4DF08C}" destId="{1080C265-F77A-4956-9F67-9960F9E72038}" srcOrd="0" destOrd="0" presId="urn:microsoft.com/office/officeart/2005/8/layout/vList2"/>
    <dgm:cxn modelId="{DB0D7538-4B06-47A0-B9B8-0E76DBB5B074}" type="presOf" srcId="{958EA19F-5DE3-4332-BC41-8B7422E7219F}" destId="{87CE4F06-BC56-4FE0-9297-3AFB1CB606B6}" srcOrd="0" destOrd="0" presId="urn:microsoft.com/office/officeart/2005/8/layout/vList2"/>
    <dgm:cxn modelId="{FE79AE5F-B636-4E36-97F8-E9890A0CCD29}" srcId="{F6C10CA1-42FF-4476-A584-923A2990C610}" destId="{0D132B6D-C0F9-439D-A180-B947323697AA}" srcOrd="2" destOrd="0" parTransId="{2B99BB40-5BCA-4F52-A045-B07B436E6612}" sibTransId="{D7404723-F7BA-4147-ABD8-66AB7038E502}"/>
    <dgm:cxn modelId="{738D0D62-4C4F-4460-9F51-106C1570B523}" srcId="{F6C10CA1-42FF-4476-A584-923A2990C610}" destId="{958EA19F-5DE3-4332-BC41-8B7422E7219F}" srcOrd="4" destOrd="0" parTransId="{B41943AF-A257-424F-BD51-F44A6056982B}" sibTransId="{72EDB1CA-BFBF-455F-AA93-7376DE0FC8E4}"/>
    <dgm:cxn modelId="{72305283-FF11-4F34-8972-C7921588C280}" type="presOf" srcId="{0D132B6D-C0F9-439D-A180-B947323697AA}" destId="{6058F6AC-5611-4B79-A9FD-BD1D103CEF34}" srcOrd="0" destOrd="0" presId="urn:microsoft.com/office/officeart/2005/8/layout/vList2"/>
    <dgm:cxn modelId="{A939C686-A0D5-476E-87C6-4508EAD4CB9B}" srcId="{F6C10CA1-42FF-4476-A584-923A2990C610}" destId="{E49686DD-0C4E-43FE-AF5C-BB641D4DF08C}" srcOrd="0" destOrd="0" parTransId="{2E9D4B35-BC01-40C0-8837-46D647DBBE1F}" sibTransId="{61C39439-FF48-4E45-B504-6E73ABE6AB90}"/>
    <dgm:cxn modelId="{C48DDE95-D7DE-4C4C-81ED-326E1379CC1F}" srcId="{F6C10CA1-42FF-4476-A584-923A2990C610}" destId="{628EA9C3-923E-45A9-96EC-7CC26BDAB08F}" srcOrd="3" destOrd="0" parTransId="{9A7E4C26-386A-40E0-8E4C-6D9A49C6DD19}" sibTransId="{6CE1D2A8-9E6E-4557-B33C-FED1BE4E375B}"/>
    <dgm:cxn modelId="{C392169B-96BE-441E-9D05-B7033FF07D5F}" type="presOf" srcId="{BB2204D7-733A-43A5-A673-218DD3DDBAE7}" destId="{A8240D4B-EDAA-4B92-9DBE-0CEB84512FD0}" srcOrd="0" destOrd="0" presId="urn:microsoft.com/office/officeart/2005/8/layout/vList2"/>
    <dgm:cxn modelId="{B74DF6AF-7B8D-4BF9-8311-8D6CB0AAB461}" srcId="{F6C10CA1-42FF-4476-A584-923A2990C610}" destId="{737CE293-8187-47A1-8286-20190EC53579}" srcOrd="5" destOrd="0" parTransId="{C3D59845-06D5-48DA-A2FB-75E207ADBC24}" sibTransId="{286F903A-F798-41D6-9235-A2D1E396F939}"/>
    <dgm:cxn modelId="{B546E1B1-D781-4F9A-BCDF-BF3F0473D1B8}" type="presOf" srcId="{628EA9C3-923E-45A9-96EC-7CC26BDAB08F}" destId="{7231FF2F-63B1-4D7D-BF67-E2FC1FFCBEF5}" srcOrd="0" destOrd="0" presId="urn:microsoft.com/office/officeart/2005/8/layout/vList2"/>
    <dgm:cxn modelId="{C800D6DD-E1A2-4A13-8404-32453D207F0E}" type="presOf" srcId="{737CE293-8187-47A1-8286-20190EC53579}" destId="{9603C3B4-6119-4EE2-84A0-3A2B265CAD9A}" srcOrd="0" destOrd="0" presId="urn:microsoft.com/office/officeart/2005/8/layout/vList2"/>
    <dgm:cxn modelId="{48BF35E3-42B7-4560-815D-549AC2B8C20C}" srcId="{F6C10CA1-42FF-4476-A584-923A2990C610}" destId="{BB2204D7-733A-43A5-A673-218DD3DDBAE7}" srcOrd="1" destOrd="0" parTransId="{9B8E22B3-5277-43D5-9663-72B78A2DA610}" sibTransId="{CFD9AA44-0364-4A74-91A9-32370559E903}"/>
    <dgm:cxn modelId="{9956C1E4-39E4-4AE4-B7D3-E9CF4B310BCA}" type="presOf" srcId="{F6C10CA1-42FF-4476-A584-923A2990C610}" destId="{D32328A6-AF13-42DE-B594-FA4C83B47951}" srcOrd="0" destOrd="0" presId="urn:microsoft.com/office/officeart/2005/8/layout/vList2"/>
    <dgm:cxn modelId="{52EA9CDC-557B-4621-8874-47ABEE4A0AEE}" type="presParOf" srcId="{D32328A6-AF13-42DE-B594-FA4C83B47951}" destId="{1080C265-F77A-4956-9F67-9960F9E72038}" srcOrd="0" destOrd="0" presId="urn:microsoft.com/office/officeart/2005/8/layout/vList2"/>
    <dgm:cxn modelId="{53A9C95F-C2A5-489C-A3C8-BE8BA9E3E76B}" type="presParOf" srcId="{D32328A6-AF13-42DE-B594-FA4C83B47951}" destId="{F6B402D8-7B71-464A-8936-77BDC0029811}" srcOrd="1" destOrd="0" presId="urn:microsoft.com/office/officeart/2005/8/layout/vList2"/>
    <dgm:cxn modelId="{9B6A6CB8-78B3-4725-92C3-96B6D9BBDE42}" type="presParOf" srcId="{D32328A6-AF13-42DE-B594-FA4C83B47951}" destId="{A8240D4B-EDAA-4B92-9DBE-0CEB84512FD0}" srcOrd="2" destOrd="0" presId="urn:microsoft.com/office/officeart/2005/8/layout/vList2"/>
    <dgm:cxn modelId="{3992D7A9-E8DE-4608-9E95-BE70C2773218}" type="presParOf" srcId="{D32328A6-AF13-42DE-B594-FA4C83B47951}" destId="{2BA0D501-4795-4A1F-AF9A-FE492CCEB6B5}" srcOrd="3" destOrd="0" presId="urn:microsoft.com/office/officeart/2005/8/layout/vList2"/>
    <dgm:cxn modelId="{8C4A84E5-3AB2-48C8-B9AC-822BFFEA908A}" type="presParOf" srcId="{D32328A6-AF13-42DE-B594-FA4C83B47951}" destId="{6058F6AC-5611-4B79-A9FD-BD1D103CEF34}" srcOrd="4" destOrd="0" presId="urn:microsoft.com/office/officeart/2005/8/layout/vList2"/>
    <dgm:cxn modelId="{37F9D59A-6B9F-40C6-9708-B848518CDAC2}" type="presParOf" srcId="{D32328A6-AF13-42DE-B594-FA4C83B47951}" destId="{51F3C484-861B-41F5-A40D-BF23A6F1FF85}" srcOrd="5" destOrd="0" presId="urn:microsoft.com/office/officeart/2005/8/layout/vList2"/>
    <dgm:cxn modelId="{581C63BF-28A0-42EF-B49C-C0600E5B06C3}" type="presParOf" srcId="{D32328A6-AF13-42DE-B594-FA4C83B47951}" destId="{7231FF2F-63B1-4D7D-BF67-E2FC1FFCBEF5}" srcOrd="6" destOrd="0" presId="urn:microsoft.com/office/officeart/2005/8/layout/vList2"/>
    <dgm:cxn modelId="{605AC052-29FF-4FCD-B157-9B85260B90D3}" type="presParOf" srcId="{D32328A6-AF13-42DE-B594-FA4C83B47951}" destId="{B055C7D3-275A-4453-B7C6-43B0A4514963}" srcOrd="7" destOrd="0" presId="urn:microsoft.com/office/officeart/2005/8/layout/vList2"/>
    <dgm:cxn modelId="{835E04F3-63E4-45EC-880C-077E3B4710DE}" type="presParOf" srcId="{D32328A6-AF13-42DE-B594-FA4C83B47951}" destId="{87CE4F06-BC56-4FE0-9297-3AFB1CB606B6}" srcOrd="8" destOrd="0" presId="urn:microsoft.com/office/officeart/2005/8/layout/vList2"/>
    <dgm:cxn modelId="{100F1984-ED60-4112-8B89-3AEFA064EC8F}" type="presParOf" srcId="{D32328A6-AF13-42DE-B594-FA4C83B47951}" destId="{3A458561-9866-49FC-91B6-4E0FBC9DE700}" srcOrd="9" destOrd="0" presId="urn:microsoft.com/office/officeart/2005/8/layout/vList2"/>
    <dgm:cxn modelId="{499ED51D-F463-4F9F-B83B-B94200005E8B}" type="presParOf" srcId="{D32328A6-AF13-42DE-B594-FA4C83B47951}" destId="{9603C3B4-6119-4EE2-84A0-3A2B265CAD9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312BE-5C88-4858-A64F-6C2456312831}">
      <dsp:nvSpPr>
        <dsp:cNvPr id="0" name=""/>
        <dsp:cNvSpPr/>
      </dsp:nvSpPr>
      <dsp:spPr>
        <a:xfrm>
          <a:off x="0" y="0"/>
          <a:ext cx="10515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78% of DE genes are shared between the timepoints</a:t>
          </a:r>
        </a:p>
      </dsp:txBody>
      <dsp:txXfrm>
        <a:off x="43321" y="43321"/>
        <a:ext cx="10428958" cy="800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0C265-F77A-4956-9F67-9960F9E72038}">
      <dsp:nvSpPr>
        <dsp:cNvPr id="0" name=""/>
        <dsp:cNvSpPr/>
      </dsp:nvSpPr>
      <dsp:spPr>
        <a:xfrm>
          <a:off x="0" y="762"/>
          <a:ext cx="10515600" cy="7129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Bruce Stanton</a:t>
          </a:r>
          <a:endParaRPr lang="en-US" kern="1200" dirty="0"/>
        </a:p>
      </dsp:txBody>
      <dsp:txXfrm>
        <a:off x="34804" y="35566"/>
        <a:ext cx="10445992" cy="643360"/>
      </dsp:txXfrm>
    </dsp:sp>
    <dsp:sp modelId="{A8240D4B-EDAA-4B92-9DBE-0CEB84512FD0}">
      <dsp:nvSpPr>
        <dsp:cNvPr id="0" name=""/>
        <dsp:cNvSpPr/>
      </dsp:nvSpPr>
      <dsp:spPr>
        <a:xfrm>
          <a:off x="0" y="728131"/>
          <a:ext cx="10515600" cy="7129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Thomas Hampton</a:t>
          </a:r>
        </a:p>
      </dsp:txBody>
      <dsp:txXfrm>
        <a:off x="34804" y="762935"/>
        <a:ext cx="10445992" cy="643360"/>
      </dsp:txXfrm>
    </dsp:sp>
    <dsp:sp modelId="{6058F6AC-5611-4B79-A9FD-BD1D103CEF34}">
      <dsp:nvSpPr>
        <dsp:cNvPr id="0" name=""/>
        <dsp:cNvSpPr/>
      </dsp:nvSpPr>
      <dsp:spPr>
        <a:xfrm>
          <a:off x="0" y="1455500"/>
          <a:ext cx="10515600" cy="7129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Sam Neff</a:t>
          </a:r>
        </a:p>
      </dsp:txBody>
      <dsp:txXfrm>
        <a:off x="34804" y="1490304"/>
        <a:ext cx="10445992" cy="643360"/>
      </dsp:txXfrm>
    </dsp:sp>
    <dsp:sp modelId="{7231FF2F-63B1-4D7D-BF67-E2FC1FFCBEF5}">
      <dsp:nvSpPr>
        <dsp:cNvPr id="0" name=""/>
        <dsp:cNvSpPr/>
      </dsp:nvSpPr>
      <dsp:spPr>
        <a:xfrm>
          <a:off x="0" y="2182869"/>
          <a:ext cx="10515600" cy="7129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Lily Charpentier</a:t>
          </a:r>
        </a:p>
      </dsp:txBody>
      <dsp:txXfrm>
        <a:off x="34804" y="2217673"/>
        <a:ext cx="10445992" cy="643360"/>
      </dsp:txXfrm>
    </dsp:sp>
    <dsp:sp modelId="{87CE4F06-BC56-4FE0-9297-3AFB1CB606B6}">
      <dsp:nvSpPr>
        <dsp:cNvPr id="0" name=""/>
        <dsp:cNvSpPr/>
      </dsp:nvSpPr>
      <dsp:spPr>
        <a:xfrm>
          <a:off x="0" y="2910237"/>
          <a:ext cx="10515600" cy="7129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All the other faculty members</a:t>
          </a:r>
        </a:p>
      </dsp:txBody>
      <dsp:txXfrm>
        <a:off x="34804" y="2945041"/>
        <a:ext cx="10445992" cy="643360"/>
      </dsp:txXfrm>
    </dsp:sp>
    <dsp:sp modelId="{9603C3B4-6119-4EE2-84A0-3A2B265CAD9A}">
      <dsp:nvSpPr>
        <dsp:cNvPr id="0" name=""/>
        <dsp:cNvSpPr/>
      </dsp:nvSpPr>
      <dsp:spPr>
        <a:xfrm>
          <a:off x="0" y="3637606"/>
          <a:ext cx="10515600" cy="71296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Molina-Mora, J. A. </a:t>
          </a:r>
          <a:r>
            <a:rPr lang="en-US" sz="1800" i="1" kern="1200" dirty="0"/>
            <a:t>et al.</a:t>
          </a:r>
          <a:r>
            <a:rPr lang="en-US" sz="1800" kern="1200" dirty="0"/>
            <a:t> Transcriptomic determinants of the response of ST-111 Pseudomonas aeruginosa AG1 to ciprofloxacin identified by a top-down systems biology approach. </a:t>
          </a:r>
          <a:r>
            <a:rPr lang="en-US" sz="1800" i="1" kern="1200" dirty="0"/>
            <a:t>Sci. Rep.</a:t>
          </a:r>
          <a:r>
            <a:rPr lang="en-US" sz="1800" kern="1200" dirty="0"/>
            <a:t> </a:t>
          </a:r>
          <a:r>
            <a:rPr lang="en-US" sz="1800" b="1" kern="1200" dirty="0"/>
            <a:t>10</a:t>
          </a:r>
          <a:r>
            <a:rPr lang="en-US" sz="1800" kern="1200" dirty="0"/>
            <a:t>, 1–23 (2020).</a:t>
          </a:r>
        </a:p>
      </dsp:txBody>
      <dsp:txXfrm>
        <a:off x="34804" y="3672410"/>
        <a:ext cx="10445992" cy="64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84A0A-5908-477A-8329-FE2480132451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191058-CA98-430A-ADBD-9B02CF58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8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Remembered what Tom emphasized. Simple Study.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91058-CA98-430A-ADBD-9B02CF58BE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63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out for these colors to differentiate the timepoints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91058-CA98-430A-ADBD-9B02CF58BE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51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thing about bacteria is sugar utilization and cell wall is altered in any 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91058-CA98-430A-ADBD-9B02CF58BE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24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study focused on phage gene activation upon exposure and potential drug targets</a:t>
            </a:r>
          </a:p>
          <a:p>
            <a:r>
              <a:rPr lang="en-US" dirty="0"/>
              <a:t>I am excited by the basic pathway changes such as metabolic changes such as malonate decarboxylase upregulation or flagella downregulation</a:t>
            </a:r>
          </a:p>
          <a:p>
            <a:r>
              <a:rPr lang="en-US" dirty="0"/>
              <a:t>Some people in my lab might find this interesting -flagella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191058-CA98-430A-ADBD-9B02CF58BE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0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E319-56CD-F719-AEB0-502C5D211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DF1D4-9B0A-C6F8-E01B-46DAF1F09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C914-4AFD-19F3-29CF-554E2AF0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C6B6F-C42E-FF77-7C23-0B23A606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8F774-FD59-FC73-6702-8ADC52268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C7F6-4318-512D-ED64-A23EED12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1C32-4AA3-CA99-877E-31FDBA134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11E6F-3FBA-69D6-E77C-6A69E4BC6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084AD-311E-9376-B1B9-16FDCEE0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A527-F377-ACAB-7AB0-F123F7CC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9516-3E3C-A49B-90C5-BE347FEC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84C45-DD6D-078F-ABC1-CA931DBA7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E8E05-2997-97BB-4D82-B4FCE7AE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C12E-C6A5-01BF-3191-89FE8E2D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F470-FF19-3226-AD85-B559F506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8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378A-3213-C795-B8AE-57C843F8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A517-F16B-722F-4FEB-FB1B616C4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A7B34-C9D8-AB5A-D02C-0C5A9F47F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E5B1F-10AC-CC78-77E0-91FBD7EA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2793A-1AC5-FBFE-89F6-D7CB0E2EC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139F3-0809-CECF-4EF4-5FA03519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8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028B-73DE-488C-D0BC-94D7F0CA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7D2C1-0169-B1B3-2A69-5EB10AC68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BB12A-2490-66F2-A43C-636C0C509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1EBB1-BC67-5643-831A-7F1F49DCE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39563-72D3-6E17-5ED2-9427694D3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0A025-3934-B01D-F8BC-78234703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C2D98-9763-BA94-4CC6-84CDA3BE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770B4-E114-A40C-279E-77BEB1BB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A22D-80D9-FFD6-C2F1-2892A067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62E850-B4DB-5BFA-6C51-8CCB4030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80300-AC0F-DAD0-6034-BE098FBD3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DF0E9-BCA3-07E0-8A48-70EFEFE6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4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9E4A2-4376-6CF1-7F72-DCA81DF61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2D99F-83B4-B135-F2A4-45F16254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F7AB0-A788-06B8-D9D0-8D0E3BAE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0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8AB6-37C7-F78E-628D-6362229E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95BBF-094C-CA2C-096C-F22F06EB6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3CFA6-6137-2F5B-7C60-FDA93D365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D3806-6FD1-B616-1FEF-7EA7B2CB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6A918-9262-BBEE-54C2-839618A7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5788E-E9E1-6C3F-7912-884D6102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9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161C-AFA8-6B28-19D5-0707BB70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8CCF2-842A-54B3-50BC-6912F43D2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CA811-A930-B103-9E24-469930E82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A63C5-1CCF-6800-0EE9-50B22EC9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663DB-669C-463E-758B-851071CD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16086-4746-4AC6-9089-967C63E1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1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785C-1E3E-6E6E-7C32-7581A55A3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311E9-D1AF-FCF6-A7EC-6FA66877E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432D-79B6-185B-FCC6-8F153325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3D0DC-3A71-6243-B40E-7565BFD7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E234-CF1D-7F9D-C6E0-EDEF539F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3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EEB64-90B9-FC00-1BF9-C74D04B6EA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8057C-6E2A-A14B-030E-79BA3E58D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42211-F597-B74D-076A-4B08432B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A3227-5970-7C7E-C725-C0F20EA9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7DD55-D987-E2E2-5DE8-1C1667BD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0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9E9E7-6220-47DB-B53D-B2A7D6E5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EB43C-11FC-CB50-1DDB-768BC9A3A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3D4BB-75CD-F63E-BF83-A274257F1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36373-A90B-452F-ACD2-3F42E752F067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D5D7F-6A85-DF71-41DF-2DFC5C989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E3C5A-EC44-E82E-7149-AB2A9E2DB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59DBC-8153-4AAF-A3B5-F5E47777C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1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DD91C-B901-8EC2-0720-4051D5078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Project-MICR150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DF610-71AD-B3A2-F8B2-29987D7260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Sarvesh Surve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FE392-C56A-D0F7-2137-D2A332780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5735637"/>
            <a:ext cx="2381250" cy="895350"/>
          </a:xfrm>
          <a:prstGeom prst="rect">
            <a:avLst/>
          </a:prstGeom>
        </p:spPr>
      </p:pic>
      <p:pic>
        <p:nvPicPr>
          <p:cNvPr id="6146" name="Picture 2" descr="MDI Biological Laboratory – Pioneering New Approaches in Regenerative  Medicine">
            <a:extLst>
              <a:ext uri="{FF2B5EF4-FFF2-40B4-BE49-F238E27FC236}">
                <a16:creationId xmlns:a16="http://schemas.microsoft.com/office/drawing/2014/main" id="{426ADA99-5C16-5A87-C17A-D88A66CF4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380" y="5591173"/>
            <a:ext cx="1152525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B383C0-523A-5119-9632-53B26C53C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440" y="5544648"/>
            <a:ext cx="2381250" cy="1245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464028-85E9-D5D9-E091-6A87A735D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605" y="5820831"/>
            <a:ext cx="2480860" cy="743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BC76CA-10EC-0650-7C47-38CC97DB3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131" y="942558"/>
            <a:ext cx="1343117" cy="137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0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084D-7643-B5DF-9A6F-9CA5E5E1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4BAC-2C3A-7A17-1AC4-D21A60708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40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Shortlisted four studies for analysis</a:t>
            </a:r>
          </a:p>
          <a:p>
            <a:r>
              <a:rPr lang="en-US" dirty="0"/>
              <a:t>Ran the whole analysis pipeline for 3 of them</a:t>
            </a:r>
          </a:p>
          <a:p>
            <a:r>
              <a:rPr lang="en-US" dirty="0"/>
              <a:t>Two of them had single gene deletion mutant comparison hence very few significantly DE genes.</a:t>
            </a:r>
          </a:p>
          <a:p>
            <a:r>
              <a:rPr lang="en-US" dirty="0"/>
              <a:t>Selected study is simple antibiotic exposure for two timepoints and comparison with 0 hour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FD977-FB5E-C824-CDF1-3D0BF171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5625"/>
            <a:ext cx="5815733" cy="38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0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FC69-F0C9-C10C-954B-6F25866C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BBF72C-A6B9-D49D-B662-BF70E5611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04689"/>
            <a:ext cx="10515600" cy="2601883"/>
          </a:xfr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AA3429B-F647-B462-4C90-CC1DDFF62E3D}"/>
              </a:ext>
            </a:extLst>
          </p:cNvPr>
          <p:cNvGrpSpPr/>
          <p:nvPr/>
        </p:nvGrpSpPr>
        <p:grpSpPr>
          <a:xfrm>
            <a:off x="1637241" y="3906572"/>
            <a:ext cx="8784412" cy="2695798"/>
            <a:chOff x="1637241" y="3906572"/>
            <a:chExt cx="8784412" cy="269579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45B0EB-5154-25F0-7AD0-4389ED43BA4F}"/>
                </a:ext>
              </a:extLst>
            </p:cNvPr>
            <p:cNvGrpSpPr/>
            <p:nvPr/>
          </p:nvGrpSpPr>
          <p:grpSpPr>
            <a:xfrm>
              <a:off x="5469467" y="3906572"/>
              <a:ext cx="1388533" cy="741628"/>
              <a:chOff x="5469467" y="3906572"/>
              <a:chExt cx="1388533" cy="74162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FDCD4B0-6035-DAB9-FC3E-CA2607D21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2395" y="3990975"/>
                <a:ext cx="1133475" cy="552450"/>
              </a:xfrm>
              <a:prstGeom prst="rect">
                <a:avLst/>
              </a:prstGeom>
            </p:spPr>
          </p:pic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A339485-C1B1-8CF4-FA56-AB59160553D7}"/>
                  </a:ext>
                </a:extLst>
              </p:cNvPr>
              <p:cNvSpPr/>
              <p:nvPr/>
            </p:nvSpPr>
            <p:spPr>
              <a:xfrm>
                <a:off x="5469467" y="3906572"/>
                <a:ext cx="1388533" cy="741628"/>
              </a:xfrm>
              <a:prstGeom prst="roundRect">
                <a:avLst/>
              </a:pr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C6DC16-33EC-8B6F-B0BD-8A204265A283}"/>
                </a:ext>
              </a:extLst>
            </p:cNvPr>
            <p:cNvGrpSpPr/>
            <p:nvPr/>
          </p:nvGrpSpPr>
          <p:grpSpPr>
            <a:xfrm>
              <a:off x="1637241" y="4846136"/>
              <a:ext cx="8784412" cy="1756234"/>
              <a:chOff x="358775" y="5025360"/>
              <a:chExt cx="8784412" cy="1756234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E2BF333-6E98-B1D0-21A2-13AA95297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775" y="5025360"/>
                <a:ext cx="1756234" cy="175623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7FA6026-9044-142F-EA5B-8348741A7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7103" y="5088765"/>
                <a:ext cx="1631957" cy="1631957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D70442B-BB91-3A30-55D0-656D137AC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37897" y="5088765"/>
                <a:ext cx="1672041" cy="1672041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1526D6F-DCAA-1BFC-1529-383EF86F7D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66687" y="5532001"/>
                <a:ext cx="2476500" cy="74295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0F1CCC6-80A9-C959-1500-13C741114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71758" y="5084347"/>
                <a:ext cx="1398449" cy="163825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9876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4238-BA82-3771-11B0-24C800CD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60" y="139591"/>
            <a:ext cx="4161946" cy="1325563"/>
          </a:xfrm>
        </p:spPr>
        <p:txBody>
          <a:bodyPr/>
          <a:lstStyle/>
          <a:p>
            <a:r>
              <a:rPr lang="en-US" dirty="0"/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1EDD3B-5C8E-52C1-AA94-9A927D33E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8960" y="1534876"/>
            <a:ext cx="4161946" cy="25714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682A10-9E8B-457E-6797-1902B1C74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60" y="4053883"/>
            <a:ext cx="4161947" cy="2571489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DBEB055D-EC84-05B4-0EDF-D3F173B3246A}"/>
              </a:ext>
            </a:extLst>
          </p:cNvPr>
          <p:cNvGrpSpPr/>
          <p:nvPr/>
        </p:nvGrpSpPr>
        <p:grpSpPr>
          <a:xfrm>
            <a:off x="4433469" y="304800"/>
            <a:ext cx="7275775" cy="6223000"/>
            <a:chOff x="4433469" y="304800"/>
            <a:chExt cx="7275775" cy="62230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7605E85-5192-151A-C8B5-CEC6DCAE09F6}"/>
                </a:ext>
              </a:extLst>
            </p:cNvPr>
            <p:cNvGrpSpPr/>
            <p:nvPr/>
          </p:nvGrpSpPr>
          <p:grpSpPr>
            <a:xfrm>
              <a:off x="4433469" y="304800"/>
              <a:ext cx="7275775" cy="6223000"/>
              <a:chOff x="4433469" y="601132"/>
              <a:chExt cx="7275775" cy="6038632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79521B2-A7F5-1315-9483-1823AB7B9190}"/>
                  </a:ext>
                </a:extLst>
              </p:cNvPr>
              <p:cNvSpPr/>
              <p:nvPr/>
            </p:nvSpPr>
            <p:spPr>
              <a:xfrm>
                <a:off x="8066606" y="601132"/>
                <a:ext cx="3642638" cy="60386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5F181E-663A-9717-23D0-3D7086EF76B4}"/>
                  </a:ext>
                </a:extLst>
              </p:cNvPr>
              <p:cNvSpPr/>
              <p:nvPr/>
            </p:nvSpPr>
            <p:spPr>
              <a:xfrm>
                <a:off x="4433469" y="601132"/>
                <a:ext cx="3634965" cy="603863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1FFD728-D54B-F652-B26F-7E769412BA6A}"/>
                </a:ext>
              </a:extLst>
            </p:cNvPr>
            <p:cNvGrpSpPr/>
            <p:nvPr/>
          </p:nvGrpSpPr>
          <p:grpSpPr>
            <a:xfrm>
              <a:off x="4593166" y="913669"/>
              <a:ext cx="7017556" cy="5487863"/>
              <a:chOff x="307342" y="2878725"/>
              <a:chExt cx="6464491" cy="4597709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664E218-21EF-DB02-7711-2886B918D807}"/>
                  </a:ext>
                </a:extLst>
              </p:cNvPr>
              <p:cNvGrpSpPr/>
              <p:nvPr/>
            </p:nvGrpSpPr>
            <p:grpSpPr>
              <a:xfrm>
                <a:off x="307342" y="2878725"/>
                <a:ext cx="3237329" cy="4597709"/>
                <a:chOff x="364076" y="3265634"/>
                <a:chExt cx="2922842" cy="3588315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FFDB7CB6-C606-50C1-53A7-134E6E2CA4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4076" y="3265634"/>
                  <a:ext cx="2922842" cy="1805899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C8F3F5C1-7309-83D9-EC1E-830932D61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2148" y="5071533"/>
                  <a:ext cx="2891352" cy="1782416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0BD3DC6-C64C-3CBC-CD24-F30AD540F347}"/>
                  </a:ext>
                </a:extLst>
              </p:cNvPr>
              <p:cNvGrpSpPr/>
              <p:nvPr/>
            </p:nvGrpSpPr>
            <p:grpSpPr>
              <a:xfrm>
                <a:off x="3514102" y="2879123"/>
                <a:ext cx="3257731" cy="4596914"/>
                <a:chOff x="3514102" y="2879123"/>
                <a:chExt cx="3257731" cy="4596914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C0FD202F-2770-C4DC-77AA-6ED87821E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34504" y="2879123"/>
                  <a:ext cx="3237329" cy="2311487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9697E64E-381A-C9E8-EDE6-393511372D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14102" y="5177579"/>
                  <a:ext cx="3252348" cy="2298458"/>
                </a:xfrm>
                <a:prstGeom prst="rect">
                  <a:avLst/>
                </a:prstGeom>
              </p:spPr>
            </p:pic>
          </p:grp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1B8149-5E8A-FD82-C23B-007A90846E9C}"/>
                </a:ext>
              </a:extLst>
            </p:cNvPr>
            <p:cNvSpPr txBox="1"/>
            <p:nvPr/>
          </p:nvSpPr>
          <p:spPr>
            <a:xfrm>
              <a:off x="4602871" y="405368"/>
              <a:ext cx="3309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Raw Reads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FD0A082-8A1E-84C1-25C2-BB2F4BC812D8}"/>
                </a:ext>
              </a:extLst>
            </p:cNvPr>
            <p:cNvSpPr txBox="1"/>
            <p:nvPr/>
          </p:nvSpPr>
          <p:spPr>
            <a:xfrm>
              <a:off x="8198958" y="405368"/>
              <a:ext cx="3309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Normalized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E0DFA6-EDD7-D3D8-B4C2-88952707D7BF}"/>
                </a:ext>
              </a:extLst>
            </p:cNvPr>
            <p:cNvCxnSpPr/>
            <p:nvPr/>
          </p:nvCxnSpPr>
          <p:spPr>
            <a:xfrm>
              <a:off x="8066605" y="304800"/>
              <a:ext cx="0" cy="622299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8FE0336-B6F2-5D17-BCC2-B98993F146E3}"/>
              </a:ext>
            </a:extLst>
          </p:cNvPr>
          <p:cNvSpPr/>
          <p:nvPr/>
        </p:nvSpPr>
        <p:spPr>
          <a:xfrm>
            <a:off x="10388601" y="4705351"/>
            <a:ext cx="1041400" cy="1238506"/>
          </a:xfrm>
          <a:prstGeom prst="rect">
            <a:avLst/>
          </a:prstGeom>
          <a:solidFill>
            <a:schemeClr val="accent5">
              <a:lumMod val="40000"/>
              <a:lumOff val="60000"/>
              <a:alpha val="45098"/>
            </a:schemeClr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D90C26-CB4B-22A5-91AA-656BBC7A7CE1}"/>
              </a:ext>
            </a:extLst>
          </p:cNvPr>
          <p:cNvSpPr/>
          <p:nvPr/>
        </p:nvSpPr>
        <p:spPr>
          <a:xfrm>
            <a:off x="9349966" y="4705351"/>
            <a:ext cx="1041400" cy="1238506"/>
          </a:xfrm>
          <a:prstGeom prst="rect">
            <a:avLst/>
          </a:prstGeom>
          <a:solidFill>
            <a:srgbClr val="FF9D9D">
              <a:alpha val="44706"/>
            </a:srgbClr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1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1CAFC26-31F8-452E-6599-BE8E9588DCAC}"/>
              </a:ext>
            </a:extLst>
          </p:cNvPr>
          <p:cNvSpPr/>
          <p:nvPr/>
        </p:nvSpPr>
        <p:spPr>
          <a:xfrm>
            <a:off x="6095991" y="-3176"/>
            <a:ext cx="6095991" cy="6861175"/>
          </a:xfrm>
          <a:prstGeom prst="rect">
            <a:avLst/>
          </a:prstGeom>
          <a:solidFill>
            <a:srgbClr val="FFC1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DCD4A2-B5E6-D121-9223-EB43EF60E167}"/>
              </a:ext>
            </a:extLst>
          </p:cNvPr>
          <p:cNvSpPr/>
          <p:nvPr/>
        </p:nvSpPr>
        <p:spPr>
          <a:xfrm>
            <a:off x="0" y="-1"/>
            <a:ext cx="6095991" cy="6845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450F4-A7D0-EF19-3968-F84D93D7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0" y="-1"/>
            <a:ext cx="2489200" cy="83820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2.5 Hours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60850B-C761-B645-E59D-7E683BC47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23" y="838200"/>
            <a:ext cx="5686954" cy="3513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1D23DE-5D07-6345-58FB-501540F63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838199"/>
            <a:ext cx="5686954" cy="35137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86D85E-5995-1AC9-E437-80EA2362DFD1}"/>
              </a:ext>
            </a:extLst>
          </p:cNvPr>
          <p:cNvSpPr txBox="1">
            <a:spLocks/>
          </p:cNvSpPr>
          <p:nvPr/>
        </p:nvSpPr>
        <p:spPr>
          <a:xfrm>
            <a:off x="7785100" y="1"/>
            <a:ext cx="2197100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5 Hours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D1A15F-13A1-849E-92A8-F679F4D78EB4}"/>
              </a:ext>
            </a:extLst>
          </p:cNvPr>
          <p:cNvCxnSpPr>
            <a:cxnSpLocks/>
          </p:cNvCxnSpPr>
          <p:nvPr/>
        </p:nvCxnSpPr>
        <p:spPr>
          <a:xfrm>
            <a:off x="6096000" y="12700"/>
            <a:ext cx="0" cy="68453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6F8DC7C-FA36-D2E5-8DAF-936B681AC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271678"/>
              </p:ext>
            </p:extLst>
          </p:nvPr>
        </p:nvGraphicFramePr>
        <p:xfrm>
          <a:off x="128320" y="4633865"/>
          <a:ext cx="568695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651">
                  <a:extLst>
                    <a:ext uri="{9D8B030D-6E8A-4147-A177-3AD203B41FA5}">
                      <a16:colId xmlns:a16="http://schemas.microsoft.com/office/drawing/2014/main" val="2496241707"/>
                    </a:ext>
                  </a:extLst>
                </a:gridCol>
                <a:gridCol w="1895651">
                  <a:extLst>
                    <a:ext uri="{9D8B030D-6E8A-4147-A177-3AD203B41FA5}">
                      <a16:colId xmlns:a16="http://schemas.microsoft.com/office/drawing/2014/main" val="207444019"/>
                    </a:ext>
                  </a:extLst>
                </a:gridCol>
                <a:gridCol w="1895651">
                  <a:extLst>
                    <a:ext uri="{9D8B030D-6E8A-4147-A177-3AD203B41FA5}">
                      <a16:colId xmlns:a16="http://schemas.microsoft.com/office/drawing/2014/main" val="2519616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Upregulated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Downregulated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1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95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146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2A18FB7-74B6-D28F-AD74-E8EE919D6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09790"/>
              </p:ext>
            </p:extLst>
          </p:nvPr>
        </p:nvGraphicFramePr>
        <p:xfrm>
          <a:off x="6197600" y="4633865"/>
          <a:ext cx="568695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651">
                  <a:extLst>
                    <a:ext uri="{9D8B030D-6E8A-4147-A177-3AD203B41FA5}">
                      <a16:colId xmlns:a16="http://schemas.microsoft.com/office/drawing/2014/main" val="2496241707"/>
                    </a:ext>
                  </a:extLst>
                </a:gridCol>
                <a:gridCol w="1895651">
                  <a:extLst>
                    <a:ext uri="{9D8B030D-6E8A-4147-A177-3AD203B41FA5}">
                      <a16:colId xmlns:a16="http://schemas.microsoft.com/office/drawing/2014/main" val="207444019"/>
                    </a:ext>
                  </a:extLst>
                </a:gridCol>
                <a:gridCol w="1895651">
                  <a:extLst>
                    <a:ext uri="{9D8B030D-6E8A-4147-A177-3AD203B41FA5}">
                      <a16:colId xmlns:a16="http://schemas.microsoft.com/office/drawing/2014/main" val="2519616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Upregulated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Downregulated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1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95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1463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CD8B4B7-C5CD-8B68-F80C-74E26BB3485D}"/>
              </a:ext>
            </a:extLst>
          </p:cNvPr>
          <p:cNvSpPr txBox="1"/>
          <p:nvPr/>
        </p:nvSpPr>
        <p:spPr>
          <a:xfrm>
            <a:off x="4523349" y="6210300"/>
            <a:ext cx="28645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DESeq2 was used by authors</a:t>
            </a:r>
          </a:p>
        </p:txBody>
      </p:sp>
    </p:spTree>
    <p:extLst>
      <p:ext uri="{BB962C8B-B14F-4D97-AF65-F5344CB8AC3E}">
        <p14:creationId xmlns:p14="http://schemas.microsoft.com/office/powerpoint/2010/main" val="282864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6854CE4D-60A4-CFF6-28DB-E44A50B395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2278111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8F903-42AE-327C-7DE6-1A579CA6E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376" y="1701198"/>
            <a:ext cx="3937000" cy="29664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72F2E5-26D9-FB2D-2DA5-111F9A24B0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0476" y="1593343"/>
            <a:ext cx="4388524" cy="34410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F79733-2B3C-D37D-CC9E-9970BC1E2C7F}"/>
              </a:ext>
            </a:extLst>
          </p:cNvPr>
          <p:cNvSpPr txBox="1"/>
          <p:nvPr/>
        </p:nvSpPr>
        <p:spPr>
          <a:xfrm>
            <a:off x="838200" y="4482968"/>
            <a:ext cx="1269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6CF4E-47A2-4096-1AC0-D6CA50994B3E}"/>
              </a:ext>
            </a:extLst>
          </p:cNvPr>
          <p:cNvSpPr txBox="1"/>
          <p:nvPr/>
        </p:nvSpPr>
        <p:spPr>
          <a:xfrm>
            <a:off x="6743392" y="4482968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Published</a:t>
            </a:r>
          </a:p>
        </p:txBody>
      </p:sp>
      <p:pic>
        <p:nvPicPr>
          <p:cNvPr id="4098" name="Picture 2" descr="Venn">
            <a:extLst>
              <a:ext uri="{FF2B5EF4-FFF2-40B4-BE49-F238E27FC236}">
                <a16:creationId xmlns:a16="http://schemas.microsoft.com/office/drawing/2014/main" id="{8E6FC92D-6391-EF48-3EBB-2FA474B42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5452939"/>
            <a:ext cx="1390650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4277D3-6E5E-F9ED-F51B-50EB0647D2D2}"/>
              </a:ext>
            </a:extLst>
          </p:cNvPr>
          <p:cNvSpPr txBox="1"/>
          <p:nvPr/>
        </p:nvSpPr>
        <p:spPr>
          <a:xfrm>
            <a:off x="4371975" y="6311825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https://bioinformatics.psb.ugent.be/</a:t>
            </a:r>
          </a:p>
        </p:txBody>
      </p:sp>
    </p:spTree>
    <p:extLst>
      <p:ext uri="{BB962C8B-B14F-4D97-AF65-F5344CB8AC3E}">
        <p14:creationId xmlns:p14="http://schemas.microsoft.com/office/powerpoint/2010/main" val="265460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ABF7529-99CF-8578-6D21-7B4BCF0234CA}"/>
              </a:ext>
            </a:extLst>
          </p:cNvPr>
          <p:cNvSpPr/>
          <p:nvPr/>
        </p:nvSpPr>
        <p:spPr>
          <a:xfrm>
            <a:off x="0" y="3517905"/>
            <a:ext cx="12192000" cy="3345458"/>
          </a:xfrm>
          <a:prstGeom prst="rect">
            <a:avLst/>
          </a:prstGeom>
          <a:solidFill>
            <a:srgbClr val="FFC1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4A7F2F-C207-C76D-36B9-E8E441D96D96}"/>
              </a:ext>
            </a:extLst>
          </p:cNvPr>
          <p:cNvSpPr/>
          <p:nvPr/>
        </p:nvSpPr>
        <p:spPr>
          <a:xfrm>
            <a:off x="0" y="-1"/>
            <a:ext cx="12192000" cy="33377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1C7BED3-484C-74CD-F854-0274CD35B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39685" y="157881"/>
            <a:ext cx="2674937" cy="2674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28A01-B047-6ECF-4EE5-835F16940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9947" y="183985"/>
            <a:ext cx="2674937" cy="2674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11095F-EA43-1BB9-C236-FCBA9CF7A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1783" y="155636"/>
            <a:ext cx="2674937" cy="2674937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D8146DB2-E4AA-D09E-E833-03863B6CA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9685" y="3999077"/>
            <a:ext cx="2674937" cy="26749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50CDF1-E56B-7820-EFC0-2BBF07C030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797" y="4017902"/>
            <a:ext cx="2674937" cy="26749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C08E1A-3B70-792A-70A2-AEFD0E085E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7962" y="3999078"/>
            <a:ext cx="2674937" cy="26749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194AB33-4749-FE09-0AC4-877AC50C0AA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3507"/>
          <a:stretch/>
        </p:blipFill>
        <p:spPr>
          <a:xfrm>
            <a:off x="2821782" y="2827111"/>
            <a:ext cx="2674937" cy="11907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DBD665-A77C-BFBD-41E8-D47E687438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6873" y="2830573"/>
            <a:ext cx="2678742" cy="11685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8AA0F1-2278-294F-102F-0DEE8DD56B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7963" y="2830573"/>
            <a:ext cx="2674936" cy="1196854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2D895C19-BCA4-8DAA-321F-F59BC28CDC4F}"/>
              </a:ext>
            </a:extLst>
          </p:cNvPr>
          <p:cNvSpPr txBox="1">
            <a:spLocks/>
          </p:cNvSpPr>
          <p:nvPr/>
        </p:nvSpPr>
        <p:spPr>
          <a:xfrm>
            <a:off x="-477259" y="1107580"/>
            <a:ext cx="2489200" cy="838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2.5 Hours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D034805-6A74-A188-19E2-23EE7B707BC3}"/>
              </a:ext>
            </a:extLst>
          </p:cNvPr>
          <p:cNvSpPr txBox="1">
            <a:spLocks/>
          </p:cNvSpPr>
          <p:nvPr/>
        </p:nvSpPr>
        <p:spPr>
          <a:xfrm>
            <a:off x="-477259" y="4676776"/>
            <a:ext cx="2197100" cy="838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5 Hours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07DB61E-EC4A-2457-4DBC-321125C42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9" y="3152447"/>
            <a:ext cx="2622425" cy="52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11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C603D18-8A0B-5831-DE93-4653A923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5362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Malonate decarboxylase operon is upregulated</a:t>
            </a:r>
            <a:br>
              <a:rPr lang="en-US" dirty="0"/>
            </a:br>
            <a:r>
              <a:rPr lang="en-US" dirty="0" err="1"/>
              <a:t>FlgB</a:t>
            </a:r>
            <a:r>
              <a:rPr lang="en-US" dirty="0"/>
              <a:t>-J operon downregulated</a:t>
            </a:r>
            <a:br>
              <a:rPr lang="en-US" dirty="0"/>
            </a:b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639BA2-6E55-72D0-9179-9F5EDBCAC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670" y="1787524"/>
            <a:ext cx="4818156" cy="1473221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F70BD02-C15E-ED57-4AD8-A9D4620CA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58669" y="1690688"/>
            <a:ext cx="4818156" cy="43513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B8A0C57-FF13-CE63-108A-774361A3DE64}"/>
              </a:ext>
            </a:extLst>
          </p:cNvPr>
          <p:cNvSpPr txBox="1"/>
          <p:nvPr/>
        </p:nvSpPr>
        <p:spPr>
          <a:xfrm>
            <a:off x="519087" y="5710279"/>
            <a:ext cx="1972784" cy="369332"/>
          </a:xfrm>
          <a:prstGeom prst="rect">
            <a:avLst/>
          </a:prstGeom>
          <a:solidFill>
            <a:srgbClr val="FFC1C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5.0 hours exposure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000B0-8D63-F341-10BE-D8EB9CCD36D9}"/>
              </a:ext>
            </a:extLst>
          </p:cNvPr>
          <p:cNvSpPr txBox="1"/>
          <p:nvPr/>
        </p:nvSpPr>
        <p:spPr>
          <a:xfrm>
            <a:off x="2491871" y="5713455"/>
            <a:ext cx="197278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2.5 hours exposure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838F6D-BC65-DCB0-3C44-330A9DB237F1}"/>
              </a:ext>
            </a:extLst>
          </p:cNvPr>
          <p:cNvSpPr txBox="1"/>
          <p:nvPr/>
        </p:nvSpPr>
        <p:spPr>
          <a:xfrm>
            <a:off x="5973670" y="3726458"/>
            <a:ext cx="4258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Well-annotated genome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scripts are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RNAseq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linked in paper is missing</a:t>
            </a:r>
          </a:p>
        </p:txBody>
      </p:sp>
    </p:spTree>
    <p:extLst>
      <p:ext uri="{BB962C8B-B14F-4D97-AF65-F5344CB8AC3E}">
        <p14:creationId xmlns:p14="http://schemas.microsoft.com/office/powerpoint/2010/main" val="89401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BD07-5FA9-109B-3C78-B31C5C89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A219CE-3A51-4E63-8EEF-C0099B78C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15954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38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277</Words>
  <Application>Microsoft Office PowerPoint</Application>
  <PresentationFormat>Widescreen</PresentationFormat>
  <Paragraphs>61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Final Project-MICR150</vt:lpstr>
      <vt:lpstr>Study Selection</vt:lpstr>
      <vt:lpstr>Experimental Design</vt:lpstr>
      <vt:lpstr>Data visualization</vt:lpstr>
      <vt:lpstr>2.5 Hours</vt:lpstr>
      <vt:lpstr>PowerPoint Presentation</vt:lpstr>
      <vt:lpstr>PowerPoint Presentation</vt:lpstr>
      <vt:lpstr>Malonate decarboxylase operon is upregulated FlgB-J operon downregulated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Sarvesh Surve</dc:creator>
  <cp:lastModifiedBy>Sarvesh Surve</cp:lastModifiedBy>
  <cp:revision>16</cp:revision>
  <dcterms:created xsi:type="dcterms:W3CDTF">2022-07-18T20:58:53Z</dcterms:created>
  <dcterms:modified xsi:type="dcterms:W3CDTF">2022-07-20T04:40:45Z</dcterms:modified>
</cp:coreProperties>
</file>